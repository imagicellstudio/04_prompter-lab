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194D0-9EBA-61B9-F69A-6E2BCCB8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390FE2-FBDB-EA9F-D41B-1A71FF39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3EE9-6118-47C6-A3EB-7EC917EE88AD}" type="datetimeFigureOut">
              <a:rPr lang="ko-KR" altLang="en-US" smtClean="0"/>
              <a:t>2023-03-20(Mon)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5553F8-EB88-FCD4-98D5-F65F6652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51D4A9-3293-007A-2597-C38D569C0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43D0-5667-477F-BA44-588FCD3F8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79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412D09-B323-682D-9FE4-3CFC594AA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EF94DB-4086-B09F-89D9-4831A51CE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C6094-24C3-B2D3-27BE-2014650EF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53EE9-6118-47C6-A3EB-7EC917EE88AD}" type="datetimeFigureOut">
              <a:rPr lang="ko-KR" altLang="en-US" smtClean="0"/>
              <a:t>2023-03-20(Mon)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DC44D3-260E-6A2F-39C4-2406F91D6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C2164C-801C-43DF-55AA-14028E68E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C43D0-5667-477F-BA44-588FCD3F8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475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566745" rtl="0" eaLnBrk="1" latinLnBrk="1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1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128594D-DCEF-D42A-C260-94838160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4B92A5-2D7E-F4C2-FEC2-CAB73CC5A8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8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9B264E9-6433-017F-EEA9-46EDB2F15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7B8200-FC40-FCC2-8B75-5517E323D5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45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D17FBB3-F916-616C-DA4E-95BB551C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1D2E44-A0C1-7A8B-2ADB-536259B824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2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CB9EDBE-A071-EE68-E983-9209DBA6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F51914-35F6-71F0-BC92-4CB952B0C4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7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Jang Jaehoon</dc:creator>
  <cp:lastModifiedBy>Jang Jaehoon</cp:lastModifiedBy>
  <cp:revision>1</cp:revision>
  <dcterms:created xsi:type="dcterms:W3CDTF">2023-03-19T16:32:39Z</dcterms:created>
  <dcterms:modified xsi:type="dcterms:W3CDTF">2023-03-19T16:32:39Z</dcterms:modified>
</cp:coreProperties>
</file>