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6" r:id="rId2"/>
    <p:sldId id="257" r:id="rId3"/>
    <p:sldId id="307" r:id="rId4"/>
    <p:sldId id="282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86" r:id="rId14"/>
    <p:sldId id="291" r:id="rId15"/>
    <p:sldId id="298" r:id="rId16"/>
    <p:sldId id="292" r:id="rId17"/>
    <p:sldId id="293" r:id="rId18"/>
    <p:sldId id="283" r:id="rId19"/>
    <p:sldId id="287" r:id="rId20"/>
    <p:sldId id="288" r:id="rId21"/>
    <p:sldId id="289" r:id="rId22"/>
    <p:sldId id="300" r:id="rId23"/>
    <p:sldId id="299" r:id="rId24"/>
    <p:sldId id="284" r:id="rId25"/>
    <p:sldId id="267" r:id="rId26"/>
    <p:sldId id="290" r:id="rId27"/>
    <p:sldId id="294" r:id="rId28"/>
    <p:sldId id="269" r:id="rId29"/>
    <p:sldId id="301" r:id="rId30"/>
    <p:sldId id="302" r:id="rId31"/>
    <p:sldId id="285" r:id="rId32"/>
    <p:sldId id="275" r:id="rId33"/>
    <p:sldId id="303" r:id="rId34"/>
    <p:sldId id="304" r:id="rId35"/>
    <p:sldId id="305" r:id="rId36"/>
    <p:sldId id="306" r:id="rId3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A79359-D21A-4133-A994-EC9376BAFEF1}">
          <p14:sldIdLst>
            <p14:sldId id="256"/>
          </p14:sldIdLst>
        </p14:section>
        <p14:section name="목차" id="{31613C5F-06AD-4BD8-AF76-8259D9DA582D}">
          <p14:sldIdLst>
            <p14:sldId id="257"/>
            <p14:sldId id="307"/>
          </p14:sldIdLst>
        </p14:section>
        <p14:section name="I. 제안개요" id="{E49FB905-6E88-439C-BED7-CE594BEA1207}">
          <p14:sldIdLst>
            <p14:sldId id="282"/>
            <p14:sldId id="258"/>
            <p14:sldId id="259"/>
            <p14:sldId id="261"/>
            <p14:sldId id="262"/>
            <p14:sldId id="263"/>
            <p14:sldId id="264"/>
            <p14:sldId id="265"/>
            <p14:sldId id="266"/>
            <p14:sldId id="286"/>
            <p14:sldId id="291"/>
            <p14:sldId id="298"/>
            <p14:sldId id="292"/>
            <p14:sldId id="293"/>
          </p14:sldIdLst>
        </p14:section>
        <p14:section name="Ⅱ. 사업수행 부문" id="{D57D4229-D027-4D9B-9F68-90D6878DA000}">
          <p14:sldIdLst>
            <p14:sldId id="283"/>
            <p14:sldId id="287"/>
            <p14:sldId id="288"/>
            <p14:sldId id="289"/>
            <p14:sldId id="300"/>
            <p14:sldId id="299"/>
          </p14:sldIdLst>
        </p14:section>
        <p14:section name="Ⅲ. 사업수행 부문" id="{2B9D2F2A-0BE3-4A96-A50A-281273F137C6}">
          <p14:sldIdLst>
            <p14:sldId id="284"/>
            <p14:sldId id="267"/>
            <p14:sldId id="290"/>
            <p14:sldId id="294"/>
            <p14:sldId id="269"/>
            <p14:sldId id="301"/>
            <p14:sldId id="302"/>
          </p14:sldIdLst>
        </p14:section>
        <p14:section name="Ⅳ. 지원 부문" id="{B7B893BD-174F-4F9E-B90E-4E132C0FD663}">
          <p14:sldIdLst>
            <p14:sldId id="285"/>
            <p14:sldId id="275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83F1C-35B2-4BB9-96D9-9F957C46CE75}" v="962" dt="2021-10-10T17:03:36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3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 Jaehoon" userId="966c597570e402b5" providerId="LiveId" clId="{17D83F1C-35B2-4BB9-96D9-9F957C46CE75}"/>
    <pc:docChg chg="undo custSel addSld delSld modSld sldOrd addSection delSection modSection">
      <pc:chgData name="Jang Jaehoon" userId="966c597570e402b5" providerId="LiveId" clId="{17D83F1C-35B2-4BB9-96D9-9F957C46CE75}" dt="2021-10-10T17:03:44.505" v="11200" actId="1076"/>
      <pc:docMkLst>
        <pc:docMk/>
      </pc:docMkLst>
      <pc:sldChg chg="addSp delSp modSp mod">
        <pc:chgData name="Jang Jaehoon" userId="966c597570e402b5" providerId="LiveId" clId="{17D83F1C-35B2-4BB9-96D9-9F957C46CE75}" dt="2021-10-10T12:32:30.743" v="5658" actId="122"/>
        <pc:sldMkLst>
          <pc:docMk/>
          <pc:sldMk cId="3708575017" sldId="256"/>
        </pc:sldMkLst>
        <pc:spChg chg="add del">
          <ac:chgData name="Jang Jaehoon" userId="966c597570e402b5" providerId="LiveId" clId="{17D83F1C-35B2-4BB9-96D9-9F957C46CE75}" dt="2021-10-09T07:50:49.420" v="2" actId="478"/>
          <ac:spMkLst>
            <pc:docMk/>
            <pc:sldMk cId="3708575017" sldId="256"/>
            <ac:spMk id="2" creationId="{C337F7E0-711C-4D56-A187-517D4E5C9C00}"/>
          </ac:spMkLst>
        </pc:spChg>
        <pc:spChg chg="add mod">
          <ac:chgData name="Jang Jaehoon" userId="966c597570e402b5" providerId="LiveId" clId="{17D83F1C-35B2-4BB9-96D9-9F957C46CE75}" dt="2021-10-09T07:52:09.932" v="23" actId="404"/>
          <ac:spMkLst>
            <pc:docMk/>
            <pc:sldMk cId="3708575017" sldId="256"/>
            <ac:spMk id="3" creationId="{A246928B-C69E-4898-9552-4816A64BE3DD}"/>
          </ac:spMkLst>
        </pc:spChg>
        <pc:spChg chg="add mod">
          <ac:chgData name="Jang Jaehoon" userId="966c597570e402b5" providerId="LiveId" clId="{17D83F1C-35B2-4BB9-96D9-9F957C46CE75}" dt="2021-10-09T07:52:32.873" v="29" actId="20577"/>
          <ac:spMkLst>
            <pc:docMk/>
            <pc:sldMk cId="3708575017" sldId="256"/>
            <ac:spMk id="4" creationId="{54D28E11-A6A5-413B-87A1-3061146375EE}"/>
          </ac:spMkLst>
        </pc:spChg>
        <pc:spChg chg="add mod">
          <ac:chgData name="Jang Jaehoon" userId="966c597570e402b5" providerId="LiveId" clId="{17D83F1C-35B2-4BB9-96D9-9F957C46CE75}" dt="2021-10-10T07:54:45.191" v="3279" actId="404"/>
          <ac:spMkLst>
            <pc:docMk/>
            <pc:sldMk cId="3708575017" sldId="256"/>
            <ac:spMk id="5" creationId="{8817A5CA-8652-4CC9-9F18-074AEC02D1F5}"/>
          </ac:spMkLst>
        </pc:spChg>
        <pc:spChg chg="add mod">
          <ac:chgData name="Jang Jaehoon" userId="966c597570e402b5" providerId="LiveId" clId="{17D83F1C-35B2-4BB9-96D9-9F957C46CE75}" dt="2021-10-10T12:32:30.743" v="5658" actId="122"/>
          <ac:spMkLst>
            <pc:docMk/>
            <pc:sldMk cId="3708575017" sldId="256"/>
            <ac:spMk id="6" creationId="{353CEABA-BCDB-44AA-81D3-08AD40F6D5EF}"/>
          </ac:spMkLst>
        </pc:spChg>
      </pc:sldChg>
      <pc:sldChg chg="addSp delSp modSp new mod">
        <pc:chgData name="Jang Jaehoon" userId="966c597570e402b5" providerId="LiveId" clId="{17D83F1C-35B2-4BB9-96D9-9F957C46CE75}" dt="2021-10-10T12:35:14.056" v="5879" actId="20577"/>
        <pc:sldMkLst>
          <pc:docMk/>
          <pc:sldMk cId="889444395" sldId="257"/>
        </pc:sldMkLst>
        <pc:spChg chg="del">
          <ac:chgData name="Jang Jaehoon" userId="966c597570e402b5" providerId="LiveId" clId="{17D83F1C-35B2-4BB9-96D9-9F957C46CE75}" dt="2021-10-09T07:53:30.711" v="81" actId="478"/>
          <ac:spMkLst>
            <pc:docMk/>
            <pc:sldMk cId="889444395" sldId="257"/>
            <ac:spMk id="2" creationId="{59028E30-F325-49B5-8B6C-85D3CCCB3D6D}"/>
          </ac:spMkLst>
        </pc:spChg>
        <pc:spChg chg="del">
          <ac:chgData name="Jang Jaehoon" userId="966c597570e402b5" providerId="LiveId" clId="{17D83F1C-35B2-4BB9-96D9-9F957C46CE75}" dt="2021-10-09T07:53:30.711" v="81" actId="478"/>
          <ac:spMkLst>
            <pc:docMk/>
            <pc:sldMk cId="889444395" sldId="257"/>
            <ac:spMk id="3" creationId="{F97D1122-9B0D-4D29-8D53-439FEF4662A2}"/>
          </ac:spMkLst>
        </pc:spChg>
        <pc:spChg chg="add mod">
          <ac:chgData name="Jang Jaehoon" userId="966c597570e402b5" providerId="LiveId" clId="{17D83F1C-35B2-4BB9-96D9-9F957C46CE75}" dt="2021-10-09T17:27:01.254" v="3199" actId="1076"/>
          <ac:spMkLst>
            <pc:docMk/>
            <pc:sldMk cId="889444395" sldId="257"/>
            <ac:spMk id="4" creationId="{4B69176C-D2EA-4FD1-BB16-4380A8F5814D}"/>
          </ac:spMkLst>
        </pc:spChg>
        <pc:spChg chg="add mod">
          <ac:chgData name="Jang Jaehoon" userId="966c597570e402b5" providerId="LiveId" clId="{17D83F1C-35B2-4BB9-96D9-9F957C46CE75}" dt="2021-10-10T12:35:14.056" v="5879" actId="20577"/>
          <ac:spMkLst>
            <pc:docMk/>
            <pc:sldMk cId="889444395" sldId="257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09T17:05:52.790" v="2890" actId="478"/>
          <ac:spMkLst>
            <pc:docMk/>
            <pc:sldMk cId="889444395" sldId="257"/>
            <ac:spMk id="6" creationId="{85F2A5E6-8F1D-46FF-BE9C-D8E5CD897118}"/>
          </ac:spMkLst>
        </pc:spChg>
        <pc:spChg chg="add del mod">
          <ac:chgData name="Jang Jaehoon" userId="966c597570e402b5" providerId="LiveId" clId="{17D83F1C-35B2-4BB9-96D9-9F957C46CE75}" dt="2021-10-10T12:25:51.682" v="5472"/>
          <ac:spMkLst>
            <pc:docMk/>
            <pc:sldMk cId="889444395" sldId="257"/>
            <ac:spMk id="8" creationId="{1236DE14-AB3C-4C02-8AD4-65A7DD4386C3}"/>
          </ac:spMkLst>
        </pc:spChg>
        <pc:spChg chg="add del mod">
          <ac:chgData name="Jang Jaehoon" userId="966c597570e402b5" providerId="LiveId" clId="{17D83F1C-35B2-4BB9-96D9-9F957C46CE75}" dt="2021-10-10T12:31:51.670" v="5657" actId="478"/>
          <ac:spMkLst>
            <pc:docMk/>
            <pc:sldMk cId="889444395" sldId="257"/>
            <ac:spMk id="9" creationId="{767EE37A-C841-4CB1-9C14-2A3A0CA62348}"/>
          </ac:spMkLst>
        </pc:spChg>
        <pc:cxnChg chg="add del">
          <ac:chgData name="Jang Jaehoon" userId="966c597570e402b5" providerId="LiveId" clId="{17D83F1C-35B2-4BB9-96D9-9F957C46CE75}" dt="2021-10-10T09:48:30.098" v="5212" actId="478"/>
          <ac:cxnSpMkLst>
            <pc:docMk/>
            <pc:sldMk cId="889444395" sldId="257"/>
            <ac:cxnSpMk id="7" creationId="{7A08D6CC-A034-4BC6-9528-36C224324D0A}"/>
          </ac:cxnSpMkLst>
        </pc:cxnChg>
      </pc:sldChg>
      <pc:sldChg chg="addSp delSp modSp add mod">
        <pc:chgData name="Jang Jaehoon" userId="966c597570e402b5" providerId="LiveId" clId="{17D83F1C-35B2-4BB9-96D9-9F957C46CE75}" dt="2021-10-10T12:38:58.098" v="5958"/>
        <pc:sldMkLst>
          <pc:docMk/>
          <pc:sldMk cId="2935807255" sldId="258"/>
        </pc:sldMkLst>
        <pc:spChg chg="add mod">
          <ac:chgData name="Jang Jaehoon" userId="966c597570e402b5" providerId="LiveId" clId="{17D83F1C-35B2-4BB9-96D9-9F957C46CE75}" dt="2021-10-09T07:58:27.769" v="249" actId="207"/>
          <ac:spMkLst>
            <pc:docMk/>
            <pc:sldMk cId="2935807255" sldId="258"/>
            <ac:spMk id="2" creationId="{2B5357D5-49EF-41B3-BF6D-4F1D3A7D5BE3}"/>
          </ac:spMkLst>
        </pc:spChg>
        <pc:spChg chg="del mod">
          <ac:chgData name="Jang Jaehoon" userId="966c597570e402b5" providerId="LiveId" clId="{17D83F1C-35B2-4BB9-96D9-9F957C46CE75}" dt="2021-10-10T12:38:22.641" v="5948" actId="478"/>
          <ac:spMkLst>
            <pc:docMk/>
            <pc:sldMk cId="2935807255" sldId="258"/>
            <ac:spMk id="4" creationId="{4B69176C-D2EA-4FD1-BB16-4380A8F5814D}"/>
          </ac:spMkLst>
        </pc:spChg>
        <pc:spChg chg="mod">
          <ac:chgData name="Jang Jaehoon" userId="966c597570e402b5" providerId="LiveId" clId="{17D83F1C-35B2-4BB9-96D9-9F957C46CE75}" dt="2021-10-10T10:09:09.797" v="5297"/>
          <ac:spMkLst>
            <pc:docMk/>
            <pc:sldMk cId="2935807255" sldId="258"/>
            <ac:spMk id="5" creationId="{5C39C6F6-F9C5-49D1-B072-76C2FC860495}"/>
          </ac:spMkLst>
        </pc:spChg>
        <pc:spChg chg="del">
          <ac:chgData name="Jang Jaehoon" userId="966c597570e402b5" providerId="LiveId" clId="{17D83F1C-35B2-4BB9-96D9-9F957C46CE75}" dt="2021-10-09T07:55:13.799" v="135" actId="478"/>
          <ac:spMkLst>
            <pc:docMk/>
            <pc:sldMk cId="2935807255" sldId="258"/>
            <ac:spMk id="6" creationId="{85F2A5E6-8F1D-46FF-BE9C-D8E5CD897118}"/>
          </ac:spMkLst>
        </pc:spChg>
        <pc:spChg chg="add mod">
          <ac:chgData name="Jang Jaehoon" userId="966c597570e402b5" providerId="LiveId" clId="{17D83F1C-35B2-4BB9-96D9-9F957C46CE75}" dt="2021-10-09T08:04:59.246" v="593" actId="121"/>
          <ac:spMkLst>
            <pc:docMk/>
            <pc:sldMk cId="2935807255" sldId="258"/>
            <ac:spMk id="7" creationId="{15E82F9E-A004-4517-B81D-1F4D0C2B7F66}"/>
          </ac:spMkLst>
        </pc:spChg>
        <pc:spChg chg="add mod">
          <ac:chgData name="Jang Jaehoon" userId="966c597570e402b5" providerId="LiveId" clId="{17D83F1C-35B2-4BB9-96D9-9F957C46CE75}" dt="2021-10-09T07:56:21.536" v="196" actId="1076"/>
          <ac:spMkLst>
            <pc:docMk/>
            <pc:sldMk cId="2935807255" sldId="258"/>
            <ac:spMk id="8" creationId="{0E4DA771-7666-42AB-ABCC-879C5C0AAFEF}"/>
          </ac:spMkLst>
        </pc:spChg>
        <pc:spChg chg="add mod">
          <ac:chgData name="Jang Jaehoon" userId="966c597570e402b5" providerId="LiveId" clId="{17D83F1C-35B2-4BB9-96D9-9F957C46CE75}" dt="2021-10-10T12:38:58.098" v="5958"/>
          <ac:spMkLst>
            <pc:docMk/>
            <pc:sldMk cId="2935807255" sldId="258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09T07:56:54.647" v="229" actId="571"/>
          <ac:spMkLst>
            <pc:docMk/>
            <pc:sldMk cId="2935807255" sldId="258"/>
            <ac:spMk id="10" creationId="{365C5B90-D38E-4B00-A4F0-DE26882F612D}"/>
          </ac:spMkLst>
        </pc:spChg>
        <pc:spChg chg="add mod">
          <ac:chgData name="Jang Jaehoon" userId="966c597570e402b5" providerId="LiveId" clId="{17D83F1C-35B2-4BB9-96D9-9F957C46CE75}" dt="2021-10-09T07:59:27.513" v="279" actId="14100"/>
          <ac:spMkLst>
            <pc:docMk/>
            <pc:sldMk cId="2935807255" sldId="258"/>
            <ac:spMk id="11" creationId="{F5EA5D59-52CF-42BD-B0C7-05A5C3A6BDFF}"/>
          </ac:spMkLst>
        </pc:spChg>
        <pc:spChg chg="add mod">
          <ac:chgData name="Jang Jaehoon" userId="966c597570e402b5" providerId="LiveId" clId="{17D83F1C-35B2-4BB9-96D9-9F957C46CE75}" dt="2021-10-09T07:59:37.915" v="283" actId="1076"/>
          <ac:spMkLst>
            <pc:docMk/>
            <pc:sldMk cId="2935807255" sldId="258"/>
            <ac:spMk id="12" creationId="{EF14AE21-1431-41C7-9B3D-AE97B994CDAF}"/>
          </ac:spMkLst>
        </pc:spChg>
        <pc:spChg chg="add mod">
          <ac:chgData name="Jang Jaehoon" userId="966c597570e402b5" providerId="LiveId" clId="{17D83F1C-35B2-4BB9-96D9-9F957C46CE75}" dt="2021-10-09T07:59:40.855" v="284" actId="1076"/>
          <ac:spMkLst>
            <pc:docMk/>
            <pc:sldMk cId="2935807255" sldId="258"/>
            <ac:spMk id="13" creationId="{E25E3BA7-C324-4D66-AD93-1A6C773A0B17}"/>
          </ac:spMkLst>
        </pc:spChg>
        <pc:spChg chg="add mod">
          <ac:chgData name="Jang Jaehoon" userId="966c597570e402b5" providerId="LiveId" clId="{17D83F1C-35B2-4BB9-96D9-9F957C46CE75}" dt="2021-10-09T07:59:43.360" v="285" actId="1076"/>
          <ac:spMkLst>
            <pc:docMk/>
            <pc:sldMk cId="2935807255" sldId="258"/>
            <ac:spMk id="14" creationId="{B89B5743-873D-4C6C-B09B-97412A9161E6}"/>
          </ac:spMkLst>
        </pc:spChg>
        <pc:spChg chg="add mod">
          <ac:chgData name="Jang Jaehoon" userId="966c597570e402b5" providerId="LiveId" clId="{17D83F1C-35B2-4BB9-96D9-9F957C46CE75}" dt="2021-10-09T07:59:48.168" v="287" actId="20577"/>
          <ac:spMkLst>
            <pc:docMk/>
            <pc:sldMk cId="2935807255" sldId="258"/>
            <ac:spMk id="15" creationId="{2D642DC5-CF8E-422F-BC2F-30FEB270312D}"/>
          </ac:spMkLst>
        </pc:spChg>
        <pc:spChg chg="add mod">
          <ac:chgData name="Jang Jaehoon" userId="966c597570e402b5" providerId="LiveId" clId="{17D83F1C-35B2-4BB9-96D9-9F957C46CE75}" dt="2021-10-10T12:38:23.021" v="5949"/>
          <ac:spMkLst>
            <pc:docMk/>
            <pc:sldMk cId="2935807255" sldId="258"/>
            <ac:spMk id="16" creationId="{3F35DF35-25D2-48C2-AB82-88273DB5597A}"/>
          </ac:spMkLst>
        </pc:spChg>
      </pc:sldChg>
      <pc:sldChg chg="addSp delSp modSp add mod">
        <pc:chgData name="Jang Jaehoon" userId="966c597570e402b5" providerId="LiveId" clId="{17D83F1C-35B2-4BB9-96D9-9F957C46CE75}" dt="2021-10-10T13:19:29.603" v="7270"/>
        <pc:sldMkLst>
          <pc:docMk/>
          <pc:sldMk cId="4044255186" sldId="259"/>
        </pc:sldMkLst>
        <pc:spChg chg="mod">
          <ac:chgData name="Jang Jaehoon" userId="966c597570e402b5" providerId="LiveId" clId="{17D83F1C-35B2-4BB9-96D9-9F957C46CE75}" dt="2021-10-09T08:03:27.607" v="461" actId="1076"/>
          <ac:spMkLst>
            <pc:docMk/>
            <pc:sldMk cId="4044255186" sldId="259"/>
            <ac:spMk id="2" creationId="{2B5357D5-49EF-41B3-BF6D-4F1D3A7D5BE3}"/>
          </ac:spMkLst>
        </pc:spChg>
        <pc:spChg chg="del">
          <ac:chgData name="Jang Jaehoon" userId="966c597570e402b5" providerId="LiveId" clId="{17D83F1C-35B2-4BB9-96D9-9F957C46CE75}" dt="2021-10-09T08:07:47.658" v="668" actId="478"/>
          <ac:spMkLst>
            <pc:docMk/>
            <pc:sldMk cId="4044255186" sldId="259"/>
            <ac:spMk id="4" creationId="{4B69176C-D2EA-4FD1-BB16-4380A8F5814D}"/>
          </ac:spMkLst>
        </pc:spChg>
        <pc:spChg chg="del mod">
          <ac:chgData name="Jang Jaehoon" userId="966c597570e402b5" providerId="LiveId" clId="{17D83F1C-35B2-4BB9-96D9-9F957C46CE75}" dt="2021-10-10T10:09:32.136" v="5298" actId="478"/>
          <ac:spMkLst>
            <pc:docMk/>
            <pc:sldMk cId="4044255186" sldId="259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09T08:05:03.612" v="594" actId="121"/>
          <ac:spMkLst>
            <pc:docMk/>
            <pc:sldMk cId="4044255186" sldId="259"/>
            <ac:spMk id="7" creationId="{15E82F9E-A004-4517-B81D-1F4D0C2B7F66}"/>
          </ac:spMkLst>
        </pc:spChg>
        <pc:spChg chg="mod">
          <ac:chgData name="Jang Jaehoon" userId="966c597570e402b5" providerId="LiveId" clId="{17D83F1C-35B2-4BB9-96D9-9F957C46CE75}" dt="2021-10-10T10:18:15.592" v="5346" actId="20577"/>
          <ac:spMkLst>
            <pc:docMk/>
            <pc:sldMk cId="4044255186" sldId="259"/>
            <ac:spMk id="9" creationId="{FED1B84C-78E6-4B0F-AFE9-6E6D97D006D2}"/>
          </ac:spMkLst>
        </pc:spChg>
        <pc:spChg chg="mod">
          <ac:chgData name="Jang Jaehoon" userId="966c597570e402b5" providerId="LiveId" clId="{17D83F1C-35B2-4BB9-96D9-9F957C46CE75}" dt="2021-10-09T08:01:31.815" v="334" actId="2711"/>
          <ac:spMkLst>
            <pc:docMk/>
            <pc:sldMk cId="4044255186" sldId="259"/>
            <ac:spMk id="10" creationId="{365C5B90-D38E-4B00-A4F0-DE26882F612D}"/>
          </ac:spMkLst>
        </pc:spChg>
        <pc:spChg chg="del">
          <ac:chgData name="Jang Jaehoon" userId="966c597570e402b5" providerId="LiveId" clId="{17D83F1C-35B2-4BB9-96D9-9F957C46CE75}" dt="2021-10-09T08:01:57.830" v="335" actId="478"/>
          <ac:spMkLst>
            <pc:docMk/>
            <pc:sldMk cId="4044255186" sldId="259"/>
            <ac:spMk id="11" creationId="{F5EA5D59-52CF-42BD-B0C7-05A5C3A6BDFF}"/>
          </ac:spMkLst>
        </pc:spChg>
        <pc:spChg chg="add del mod">
          <ac:chgData name="Jang Jaehoon" userId="966c597570e402b5" providerId="LiveId" clId="{17D83F1C-35B2-4BB9-96D9-9F957C46CE75}" dt="2021-10-10T13:19:29.241" v="7269" actId="478"/>
          <ac:spMkLst>
            <pc:docMk/>
            <pc:sldMk cId="4044255186" sldId="259"/>
            <ac:spMk id="12" creationId="{323B704C-0C28-4768-B7A9-473E076947C2}"/>
          </ac:spMkLst>
        </pc:spChg>
        <pc:spChg chg="del">
          <ac:chgData name="Jang Jaehoon" userId="966c597570e402b5" providerId="LiveId" clId="{17D83F1C-35B2-4BB9-96D9-9F957C46CE75}" dt="2021-10-09T08:01:57.830" v="335" actId="478"/>
          <ac:spMkLst>
            <pc:docMk/>
            <pc:sldMk cId="4044255186" sldId="259"/>
            <ac:spMk id="12" creationId="{EF14AE21-1431-41C7-9B3D-AE97B994CDAF}"/>
          </ac:spMkLst>
        </pc:spChg>
        <pc:spChg chg="add mod">
          <ac:chgData name="Jang Jaehoon" userId="966c597570e402b5" providerId="LiveId" clId="{17D83F1C-35B2-4BB9-96D9-9F957C46CE75}" dt="2021-10-10T10:09:32.762" v="5299"/>
          <ac:spMkLst>
            <pc:docMk/>
            <pc:sldMk cId="4044255186" sldId="259"/>
            <ac:spMk id="13" creationId="{46C06F58-D83A-44F9-B86B-DE864F2030CA}"/>
          </ac:spMkLst>
        </pc:spChg>
        <pc:spChg chg="del">
          <ac:chgData name="Jang Jaehoon" userId="966c597570e402b5" providerId="LiveId" clId="{17D83F1C-35B2-4BB9-96D9-9F957C46CE75}" dt="2021-10-09T08:01:57.830" v="335" actId="478"/>
          <ac:spMkLst>
            <pc:docMk/>
            <pc:sldMk cId="4044255186" sldId="259"/>
            <ac:spMk id="13" creationId="{E25E3BA7-C324-4D66-AD93-1A6C773A0B17}"/>
          </ac:spMkLst>
        </pc:spChg>
        <pc:spChg chg="add mod">
          <ac:chgData name="Jang Jaehoon" userId="966c597570e402b5" providerId="LiveId" clId="{17D83F1C-35B2-4BB9-96D9-9F957C46CE75}" dt="2021-10-10T13:19:29.603" v="7270"/>
          <ac:spMkLst>
            <pc:docMk/>
            <pc:sldMk cId="4044255186" sldId="259"/>
            <ac:spMk id="14" creationId="{1B41AE3C-6741-428E-B28B-24100DBC5198}"/>
          </ac:spMkLst>
        </pc:spChg>
        <pc:spChg chg="del">
          <ac:chgData name="Jang Jaehoon" userId="966c597570e402b5" providerId="LiveId" clId="{17D83F1C-35B2-4BB9-96D9-9F957C46CE75}" dt="2021-10-09T08:01:57.830" v="335" actId="478"/>
          <ac:spMkLst>
            <pc:docMk/>
            <pc:sldMk cId="4044255186" sldId="259"/>
            <ac:spMk id="14" creationId="{B89B5743-873D-4C6C-B09B-97412A9161E6}"/>
          </ac:spMkLst>
        </pc:spChg>
        <pc:spChg chg="del">
          <ac:chgData name="Jang Jaehoon" userId="966c597570e402b5" providerId="LiveId" clId="{17D83F1C-35B2-4BB9-96D9-9F957C46CE75}" dt="2021-10-09T08:01:57.830" v="335" actId="478"/>
          <ac:spMkLst>
            <pc:docMk/>
            <pc:sldMk cId="4044255186" sldId="259"/>
            <ac:spMk id="15" creationId="{2D642DC5-CF8E-422F-BC2F-30FEB270312D}"/>
          </ac:spMkLst>
        </pc:spChg>
        <pc:spChg chg="add mod">
          <ac:chgData name="Jang Jaehoon" userId="966c597570e402b5" providerId="LiveId" clId="{17D83F1C-35B2-4BB9-96D9-9F957C46CE75}" dt="2021-10-09T08:03:32.595" v="463" actId="14100"/>
          <ac:spMkLst>
            <pc:docMk/>
            <pc:sldMk cId="4044255186" sldId="259"/>
            <ac:spMk id="16" creationId="{73142493-B1AB-457F-AF6F-1CD5AEADF425}"/>
          </ac:spMkLst>
        </pc:spChg>
        <pc:spChg chg="add del mod">
          <ac:chgData name="Jang Jaehoon" userId="966c597570e402b5" providerId="LiveId" clId="{17D83F1C-35B2-4BB9-96D9-9F957C46CE75}" dt="2021-10-09T08:03:22.427" v="460" actId="478"/>
          <ac:spMkLst>
            <pc:docMk/>
            <pc:sldMk cId="4044255186" sldId="259"/>
            <ac:spMk id="17" creationId="{D9404D1D-00FD-4184-9386-B1BFE7163506}"/>
          </ac:spMkLst>
        </pc:spChg>
        <pc:spChg chg="add del mod">
          <ac:chgData name="Jang Jaehoon" userId="966c597570e402b5" providerId="LiveId" clId="{17D83F1C-35B2-4BB9-96D9-9F957C46CE75}" dt="2021-10-09T17:25:43.778" v="3178" actId="478"/>
          <ac:spMkLst>
            <pc:docMk/>
            <pc:sldMk cId="4044255186" sldId="259"/>
            <ac:spMk id="18" creationId="{97338C10-29B6-4EEE-9B99-A084389BF01B}"/>
          </ac:spMkLst>
        </pc:spChg>
        <pc:spChg chg="add del mod">
          <ac:chgData name="Jang Jaehoon" userId="966c597570e402b5" providerId="LiveId" clId="{17D83F1C-35B2-4BB9-96D9-9F957C46CE75}" dt="2021-10-09T17:25:59.064" v="3181" actId="478"/>
          <ac:spMkLst>
            <pc:docMk/>
            <pc:sldMk cId="4044255186" sldId="259"/>
            <ac:spMk id="19" creationId="{0CC68E03-15A3-4503-B23C-19F02DEBA934}"/>
          </ac:spMkLst>
        </pc:spChg>
        <pc:spChg chg="add del mod">
          <ac:chgData name="Jang Jaehoon" userId="966c597570e402b5" providerId="LiveId" clId="{17D83F1C-35B2-4BB9-96D9-9F957C46CE75}" dt="2021-10-10T10:09:32.136" v="5298" actId="478"/>
          <ac:spMkLst>
            <pc:docMk/>
            <pc:sldMk cId="4044255186" sldId="259"/>
            <ac:spMk id="20" creationId="{01070433-682C-4150-BBAE-1AB72B2C5CE9}"/>
          </ac:spMkLst>
        </pc:spChg>
      </pc:sldChg>
      <pc:sldChg chg="addSp delSp modSp add del mod">
        <pc:chgData name="Jang Jaehoon" userId="966c597570e402b5" providerId="LiveId" clId="{17D83F1C-35B2-4BB9-96D9-9F957C46CE75}" dt="2021-10-09T17:36:34.623" v="3266" actId="47"/>
        <pc:sldMkLst>
          <pc:docMk/>
          <pc:sldMk cId="1653377379" sldId="260"/>
        </pc:sldMkLst>
        <pc:spChg chg="del">
          <ac:chgData name="Jang Jaehoon" userId="966c597570e402b5" providerId="LiveId" clId="{17D83F1C-35B2-4BB9-96D9-9F957C46CE75}" dt="2021-10-09T08:03:44.254" v="465" actId="478"/>
          <ac:spMkLst>
            <pc:docMk/>
            <pc:sldMk cId="1653377379" sldId="260"/>
            <ac:spMk id="2" creationId="{2B5357D5-49EF-41B3-BF6D-4F1D3A7D5BE3}"/>
          </ac:spMkLst>
        </pc:spChg>
        <pc:spChg chg="del">
          <ac:chgData name="Jang Jaehoon" userId="966c597570e402b5" providerId="LiveId" clId="{17D83F1C-35B2-4BB9-96D9-9F957C46CE75}" dt="2021-10-09T08:07:52.042" v="670" actId="478"/>
          <ac:spMkLst>
            <pc:docMk/>
            <pc:sldMk cId="1653377379" sldId="260"/>
            <ac:spMk id="4" creationId="{4B69176C-D2EA-4FD1-BB16-4380A8F5814D}"/>
          </ac:spMkLst>
        </pc:spChg>
        <pc:spChg chg="mod">
          <ac:chgData name="Jang Jaehoon" userId="966c597570e402b5" providerId="LiveId" clId="{17D83F1C-35B2-4BB9-96D9-9F957C46CE75}" dt="2021-10-09T17:29:21.567" v="3265" actId="20577"/>
          <ac:spMkLst>
            <pc:docMk/>
            <pc:sldMk cId="1653377379" sldId="260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09T08:05:07.197" v="595" actId="121"/>
          <ac:spMkLst>
            <pc:docMk/>
            <pc:sldMk cId="1653377379" sldId="260"/>
            <ac:spMk id="7" creationId="{15E82F9E-A004-4517-B81D-1F4D0C2B7F66}"/>
          </ac:spMkLst>
        </pc:spChg>
        <pc:spChg chg="del">
          <ac:chgData name="Jang Jaehoon" userId="966c597570e402b5" providerId="LiveId" clId="{17D83F1C-35B2-4BB9-96D9-9F957C46CE75}" dt="2021-10-09T08:04:04.603" v="499" actId="478"/>
          <ac:spMkLst>
            <pc:docMk/>
            <pc:sldMk cId="1653377379" sldId="260"/>
            <ac:spMk id="8" creationId="{0E4DA771-7666-42AB-ABCC-879C5C0AAFEF}"/>
          </ac:spMkLst>
        </pc:spChg>
        <pc:spChg chg="mod">
          <ac:chgData name="Jang Jaehoon" userId="966c597570e402b5" providerId="LiveId" clId="{17D83F1C-35B2-4BB9-96D9-9F957C46CE75}" dt="2021-10-09T13:46:47.361" v="1524" actId="20577"/>
          <ac:spMkLst>
            <pc:docMk/>
            <pc:sldMk cId="1653377379" sldId="260"/>
            <ac:spMk id="9" creationId="{FED1B84C-78E6-4B0F-AFE9-6E6D97D006D2}"/>
          </ac:spMkLst>
        </pc:spChg>
        <pc:spChg chg="del">
          <ac:chgData name="Jang Jaehoon" userId="966c597570e402b5" providerId="LiveId" clId="{17D83F1C-35B2-4BB9-96D9-9F957C46CE75}" dt="2021-10-09T08:04:19.779" v="529" actId="478"/>
          <ac:spMkLst>
            <pc:docMk/>
            <pc:sldMk cId="1653377379" sldId="260"/>
            <ac:spMk id="10" creationId="{365C5B90-D38E-4B00-A4F0-DE26882F612D}"/>
          </ac:spMkLst>
        </pc:spChg>
        <pc:spChg chg="add del mod">
          <ac:chgData name="Jang Jaehoon" userId="966c597570e402b5" providerId="LiveId" clId="{17D83F1C-35B2-4BB9-96D9-9F957C46CE75}" dt="2021-10-09T17:26:03.826" v="3183" actId="478"/>
          <ac:spMkLst>
            <pc:docMk/>
            <pc:sldMk cId="1653377379" sldId="260"/>
            <ac:spMk id="11" creationId="{29E00A0D-E22B-4D16-A738-29BE767D5D80}"/>
          </ac:spMkLst>
        </pc:spChg>
        <pc:spChg chg="add mod">
          <ac:chgData name="Jang Jaehoon" userId="966c597570e402b5" providerId="LiveId" clId="{17D83F1C-35B2-4BB9-96D9-9F957C46CE75}" dt="2021-10-09T17:26:04.257" v="3184"/>
          <ac:spMkLst>
            <pc:docMk/>
            <pc:sldMk cId="1653377379" sldId="260"/>
            <ac:spMk id="12" creationId="{4C958DCC-E502-4D48-A9DB-C5C953F01554}"/>
          </ac:spMkLst>
        </pc:spChg>
        <pc:spChg chg="del">
          <ac:chgData name="Jang Jaehoon" userId="966c597570e402b5" providerId="LiveId" clId="{17D83F1C-35B2-4BB9-96D9-9F957C46CE75}" dt="2021-10-09T08:03:44.254" v="465" actId="478"/>
          <ac:spMkLst>
            <pc:docMk/>
            <pc:sldMk cId="1653377379" sldId="260"/>
            <ac:spMk id="16" creationId="{73142493-B1AB-457F-AF6F-1CD5AEADF425}"/>
          </ac:spMkLst>
        </pc:spChg>
      </pc:sldChg>
      <pc:sldChg chg="addSp delSp modSp add mod">
        <pc:chgData name="Jang Jaehoon" userId="966c597570e402b5" providerId="LiveId" clId="{17D83F1C-35B2-4BB9-96D9-9F957C46CE75}" dt="2021-10-10T12:36:44.472" v="5932"/>
        <pc:sldMkLst>
          <pc:docMk/>
          <pc:sldMk cId="4036958563" sldId="261"/>
        </pc:sldMkLst>
        <pc:spChg chg="del">
          <ac:chgData name="Jang Jaehoon" userId="966c597570e402b5" providerId="LiveId" clId="{17D83F1C-35B2-4BB9-96D9-9F957C46CE75}" dt="2021-10-09T08:07:56.257" v="672" actId="478"/>
          <ac:spMkLst>
            <pc:docMk/>
            <pc:sldMk cId="4036958563" sldId="261"/>
            <ac:spMk id="4" creationId="{4B69176C-D2EA-4FD1-BB16-4380A8F5814D}"/>
          </ac:spMkLst>
        </pc:spChg>
        <pc:spChg chg="del mod">
          <ac:chgData name="Jang Jaehoon" userId="966c597570e402b5" providerId="LiveId" clId="{17D83F1C-35B2-4BB9-96D9-9F957C46CE75}" dt="2021-10-10T10:09:53.158" v="5300" actId="478"/>
          <ac:spMkLst>
            <pc:docMk/>
            <pc:sldMk cId="4036958563" sldId="261"/>
            <ac:spMk id="5" creationId="{5C39C6F6-F9C5-49D1-B072-76C2FC860495}"/>
          </ac:spMkLst>
        </pc:spChg>
        <pc:spChg chg="add mod">
          <ac:chgData name="Jang Jaehoon" userId="966c597570e402b5" providerId="LiveId" clId="{17D83F1C-35B2-4BB9-96D9-9F957C46CE75}" dt="2021-10-10T12:35:58.599" v="5884" actId="1076"/>
          <ac:spMkLst>
            <pc:docMk/>
            <pc:sldMk cId="4036958563" sldId="261"/>
            <ac:spMk id="6" creationId="{D381C734-8EE2-4F55-8D29-C6FF10DD80E1}"/>
          </ac:spMkLst>
        </pc:spChg>
        <pc:spChg chg="mod">
          <ac:chgData name="Jang Jaehoon" userId="966c597570e402b5" providerId="LiveId" clId="{17D83F1C-35B2-4BB9-96D9-9F957C46CE75}" dt="2021-10-09T08:05:10.987" v="596" actId="121"/>
          <ac:spMkLst>
            <pc:docMk/>
            <pc:sldMk cId="4036958563" sldId="261"/>
            <ac:spMk id="7" creationId="{15E82F9E-A004-4517-B81D-1F4D0C2B7F66}"/>
          </ac:spMkLst>
        </pc:spChg>
        <pc:spChg chg="add del mod">
          <ac:chgData name="Jang Jaehoon" userId="966c597570e402b5" providerId="LiveId" clId="{17D83F1C-35B2-4BB9-96D9-9F957C46CE75}" dt="2021-10-09T17:26:08.134" v="3185" actId="478"/>
          <ac:spMkLst>
            <pc:docMk/>
            <pc:sldMk cId="4036958563" sldId="261"/>
            <ac:spMk id="8" creationId="{1A9B1523-1ED3-4875-B00F-39B06AD171CB}"/>
          </ac:spMkLst>
        </pc:spChg>
        <pc:spChg chg="del mod">
          <ac:chgData name="Jang Jaehoon" userId="966c597570e402b5" providerId="LiveId" clId="{17D83F1C-35B2-4BB9-96D9-9F957C46CE75}" dt="2021-10-10T11:37:12.140" v="5417" actId="478"/>
          <ac:spMkLst>
            <pc:docMk/>
            <pc:sldMk cId="4036958563" sldId="261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09T16:52:06.870" v="2889"/>
          <ac:spMkLst>
            <pc:docMk/>
            <pc:sldMk cId="4036958563" sldId="261"/>
            <ac:spMk id="10" creationId="{31018F79-BE37-49B0-874D-518795F6C2AC}"/>
          </ac:spMkLst>
        </pc:spChg>
        <pc:spChg chg="add del mod">
          <ac:chgData name="Jang Jaehoon" userId="966c597570e402b5" providerId="LiveId" clId="{17D83F1C-35B2-4BB9-96D9-9F957C46CE75}" dt="2021-10-10T10:09:53.158" v="5300" actId="478"/>
          <ac:spMkLst>
            <pc:docMk/>
            <pc:sldMk cId="4036958563" sldId="261"/>
            <ac:spMk id="11" creationId="{39906E2C-79B5-4BCC-8BDC-201545EDFC25}"/>
          </ac:spMkLst>
        </pc:spChg>
        <pc:spChg chg="add mod">
          <ac:chgData name="Jang Jaehoon" userId="966c597570e402b5" providerId="LiveId" clId="{17D83F1C-35B2-4BB9-96D9-9F957C46CE75}" dt="2021-10-10T10:09:53.598" v="5301"/>
          <ac:spMkLst>
            <pc:docMk/>
            <pc:sldMk cId="4036958563" sldId="261"/>
            <ac:spMk id="12" creationId="{CD91E80C-3393-494A-BCA6-34596F80A2F0}"/>
          </ac:spMkLst>
        </pc:spChg>
        <pc:spChg chg="add mod">
          <ac:chgData name="Jang Jaehoon" userId="966c597570e402b5" providerId="LiveId" clId="{17D83F1C-35B2-4BB9-96D9-9F957C46CE75}" dt="2021-10-10T10:09:53.598" v="5301"/>
          <ac:spMkLst>
            <pc:docMk/>
            <pc:sldMk cId="4036958563" sldId="261"/>
            <ac:spMk id="13" creationId="{586965E2-66AC-408E-BF37-25FF5DE5F3EA}"/>
          </ac:spMkLst>
        </pc:spChg>
        <pc:spChg chg="add mod">
          <ac:chgData name="Jang Jaehoon" userId="966c597570e402b5" providerId="LiveId" clId="{17D83F1C-35B2-4BB9-96D9-9F957C46CE75}" dt="2021-10-10T12:35:58.599" v="5884" actId="1076"/>
          <ac:spMkLst>
            <pc:docMk/>
            <pc:sldMk cId="4036958563" sldId="261"/>
            <ac:spMk id="14" creationId="{E13F3C47-051A-41DB-9B02-F0A212AB24D7}"/>
          </ac:spMkLst>
        </pc:spChg>
        <pc:spChg chg="add mod">
          <ac:chgData name="Jang Jaehoon" userId="966c597570e402b5" providerId="LiveId" clId="{17D83F1C-35B2-4BB9-96D9-9F957C46CE75}" dt="2021-10-10T12:36:44.472" v="5932"/>
          <ac:spMkLst>
            <pc:docMk/>
            <pc:sldMk cId="4036958563" sldId="261"/>
            <ac:spMk id="15" creationId="{A07D515B-8DA4-492F-8495-8178C1211262}"/>
          </ac:spMkLst>
        </pc:spChg>
      </pc:sldChg>
      <pc:sldChg chg="addSp delSp modSp add mod">
        <pc:chgData name="Jang Jaehoon" userId="966c597570e402b5" providerId="LiveId" clId="{17D83F1C-35B2-4BB9-96D9-9F957C46CE75}" dt="2021-10-10T15:09:07.544" v="8806" actId="2711"/>
        <pc:sldMkLst>
          <pc:docMk/>
          <pc:sldMk cId="1445502485" sldId="262"/>
        </pc:sldMkLst>
        <pc:spChg chg="del">
          <ac:chgData name="Jang Jaehoon" userId="966c597570e402b5" providerId="LiveId" clId="{17D83F1C-35B2-4BB9-96D9-9F957C46CE75}" dt="2021-10-09T08:08:00.734" v="674" actId="478"/>
          <ac:spMkLst>
            <pc:docMk/>
            <pc:sldMk cId="1445502485" sldId="262"/>
            <ac:spMk id="4" creationId="{4B69176C-D2EA-4FD1-BB16-4380A8F5814D}"/>
          </ac:spMkLst>
        </pc:spChg>
        <pc:spChg chg="del mod">
          <ac:chgData name="Jang Jaehoon" userId="966c597570e402b5" providerId="LiveId" clId="{17D83F1C-35B2-4BB9-96D9-9F957C46CE75}" dt="2021-10-10T10:09:58.472" v="5302" actId="478"/>
          <ac:spMkLst>
            <pc:docMk/>
            <pc:sldMk cId="1445502485" sldId="262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5:08:46.295" v="8805" actId="404"/>
          <ac:spMkLst>
            <pc:docMk/>
            <pc:sldMk cId="1445502485" sldId="262"/>
            <ac:spMk id="6" creationId="{D381C734-8EE2-4F55-8D29-C6FF10DD80E1}"/>
          </ac:spMkLst>
        </pc:spChg>
        <pc:spChg chg="add del mod">
          <ac:chgData name="Jang Jaehoon" userId="966c597570e402b5" providerId="LiveId" clId="{17D83F1C-35B2-4BB9-96D9-9F957C46CE75}" dt="2021-10-09T17:26:12.606" v="3187" actId="478"/>
          <ac:spMkLst>
            <pc:docMk/>
            <pc:sldMk cId="1445502485" sldId="262"/>
            <ac:spMk id="8" creationId="{48F91804-DD18-4C32-84C4-95719B87077D}"/>
          </ac:spMkLst>
        </pc:spChg>
        <pc:spChg chg="mod">
          <ac:chgData name="Jang Jaehoon" userId="966c597570e402b5" providerId="LiveId" clId="{17D83F1C-35B2-4BB9-96D9-9F957C46CE75}" dt="2021-10-10T15:09:07.544" v="8806" actId="2711"/>
          <ac:spMkLst>
            <pc:docMk/>
            <pc:sldMk cId="1445502485" sldId="262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09T08:09:51.320" v="687" actId="14100"/>
          <ac:spMkLst>
            <pc:docMk/>
            <pc:sldMk cId="1445502485" sldId="262"/>
            <ac:spMk id="10" creationId="{47D23B16-7AF3-4EAA-B799-CBB206B95B48}"/>
          </ac:spMkLst>
        </pc:spChg>
        <pc:spChg chg="add del mod">
          <ac:chgData name="Jang Jaehoon" userId="966c597570e402b5" providerId="LiveId" clId="{17D83F1C-35B2-4BB9-96D9-9F957C46CE75}" dt="2021-10-10T12:36:18.502" v="5887" actId="478"/>
          <ac:spMkLst>
            <pc:docMk/>
            <pc:sldMk cId="1445502485" sldId="262"/>
            <ac:spMk id="11" creationId="{99346E2B-17DE-411D-804A-B93F612A8017}"/>
          </ac:spMkLst>
        </pc:spChg>
        <pc:spChg chg="add del mod">
          <ac:chgData name="Jang Jaehoon" userId="966c597570e402b5" providerId="LiveId" clId="{17D83F1C-35B2-4BB9-96D9-9F957C46CE75}" dt="2021-10-10T10:09:58.472" v="5302" actId="478"/>
          <ac:spMkLst>
            <pc:docMk/>
            <pc:sldMk cId="1445502485" sldId="262"/>
            <ac:spMk id="12" creationId="{57CC0E41-A417-47B0-A020-D50BF9D8BE5E}"/>
          </ac:spMkLst>
        </pc:spChg>
        <pc:spChg chg="add mod">
          <ac:chgData name="Jang Jaehoon" userId="966c597570e402b5" providerId="LiveId" clId="{17D83F1C-35B2-4BB9-96D9-9F957C46CE75}" dt="2021-10-10T10:09:58.852" v="5303"/>
          <ac:spMkLst>
            <pc:docMk/>
            <pc:sldMk cId="1445502485" sldId="262"/>
            <ac:spMk id="13" creationId="{6BAD6290-A7ED-4EEC-A0A6-985C162FE29A}"/>
          </ac:spMkLst>
        </pc:spChg>
        <pc:spChg chg="add mod">
          <ac:chgData name="Jang Jaehoon" userId="966c597570e402b5" providerId="LiveId" clId="{17D83F1C-35B2-4BB9-96D9-9F957C46CE75}" dt="2021-10-10T10:09:58.852" v="5303"/>
          <ac:spMkLst>
            <pc:docMk/>
            <pc:sldMk cId="1445502485" sldId="262"/>
            <ac:spMk id="14" creationId="{8048A270-975B-4EF0-AEC4-8741E15B42EC}"/>
          </ac:spMkLst>
        </pc:spChg>
        <pc:spChg chg="add mod">
          <ac:chgData name="Jang Jaehoon" userId="966c597570e402b5" providerId="LiveId" clId="{17D83F1C-35B2-4BB9-96D9-9F957C46CE75}" dt="2021-10-10T12:36:53.126" v="5943"/>
          <ac:spMkLst>
            <pc:docMk/>
            <pc:sldMk cId="1445502485" sldId="262"/>
            <ac:spMk id="15" creationId="{1CD64E6B-9FD1-4560-B102-6B770A58AB35}"/>
          </ac:spMkLst>
        </pc:spChg>
      </pc:sldChg>
      <pc:sldChg chg="addSp delSp modSp add mod">
        <pc:chgData name="Jang Jaehoon" userId="966c597570e402b5" providerId="LiveId" clId="{17D83F1C-35B2-4BB9-96D9-9F957C46CE75}" dt="2021-10-10T12:50:47.069" v="6480" actId="20577"/>
        <pc:sldMkLst>
          <pc:docMk/>
          <pc:sldMk cId="901192612" sldId="263"/>
        </pc:sldMkLst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2" creationId="{593EC9D2-EB43-4BB4-BAE4-6D16FF7F026A}"/>
          </ac:spMkLst>
        </pc:spChg>
        <pc:spChg chg="del mod">
          <ac:chgData name="Jang Jaehoon" userId="966c597570e402b5" providerId="LiveId" clId="{17D83F1C-35B2-4BB9-96D9-9F957C46CE75}" dt="2021-10-10T10:10:06.414" v="5304" actId="478"/>
          <ac:spMkLst>
            <pc:docMk/>
            <pc:sldMk cId="901192612" sldId="263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09T17:26:22.491" v="3189" actId="478"/>
          <ac:spMkLst>
            <pc:docMk/>
            <pc:sldMk cId="901192612" sldId="263"/>
            <ac:spMk id="8" creationId="{48F91804-DD18-4C32-84C4-95719B87077D}"/>
          </ac:spMkLst>
        </pc:spChg>
        <pc:spChg chg="del mod">
          <ac:chgData name="Jang Jaehoon" userId="966c597570e402b5" providerId="LiveId" clId="{17D83F1C-35B2-4BB9-96D9-9F957C46CE75}" dt="2021-10-09T08:18:23.271" v="1107" actId="478"/>
          <ac:spMkLst>
            <pc:docMk/>
            <pc:sldMk cId="901192612" sldId="263"/>
            <ac:spMk id="9" creationId="{FED1B84C-78E6-4B0F-AFE9-6E6D97D006D2}"/>
          </ac:spMkLst>
        </pc:spChg>
        <pc:spChg chg="mod">
          <ac:chgData name="Jang Jaehoon" userId="966c597570e402b5" providerId="LiveId" clId="{17D83F1C-35B2-4BB9-96D9-9F957C46CE75}" dt="2021-10-10T12:50:47.069" v="6480" actId="20577"/>
          <ac:spMkLst>
            <pc:docMk/>
            <pc:sldMk cId="901192612" sldId="263"/>
            <ac:spMk id="11" creationId="{99346E2B-17DE-411D-804A-B93F612A8017}"/>
          </ac:spMkLst>
        </pc:spChg>
        <pc:spChg chg="add del mod">
          <ac:chgData name="Jang Jaehoon" userId="966c597570e402b5" providerId="LiveId" clId="{17D83F1C-35B2-4BB9-96D9-9F957C46CE75}" dt="2021-10-09T08:14:43.319" v="1050" actId="478"/>
          <ac:spMkLst>
            <pc:docMk/>
            <pc:sldMk cId="901192612" sldId="263"/>
            <ac:spMk id="12" creationId="{36F1B2CB-0B52-4C77-9447-C07F6906ECEB}"/>
          </ac:spMkLst>
        </pc:spChg>
        <pc:spChg chg="add del mod">
          <ac:chgData name="Jang Jaehoon" userId="966c597570e402b5" providerId="LiveId" clId="{17D83F1C-35B2-4BB9-96D9-9F957C46CE75}" dt="2021-10-09T08:16:54.355" v="1078" actId="478"/>
          <ac:spMkLst>
            <pc:docMk/>
            <pc:sldMk cId="901192612" sldId="263"/>
            <ac:spMk id="13" creationId="{828A3AA4-C9EE-4C90-A51D-40683642D452}"/>
          </ac:spMkLst>
        </pc:spChg>
        <pc:spChg chg="add del mod">
          <ac:chgData name="Jang Jaehoon" userId="966c597570e402b5" providerId="LiveId" clId="{17D83F1C-35B2-4BB9-96D9-9F957C46CE75}" dt="2021-10-09T08:16:54.355" v="1078" actId="478"/>
          <ac:spMkLst>
            <pc:docMk/>
            <pc:sldMk cId="901192612" sldId="263"/>
            <ac:spMk id="14" creationId="{8E02D712-0F4E-4EDE-96AF-5478883FF507}"/>
          </ac:spMkLst>
        </pc:spChg>
        <pc:spChg chg="add del mod">
          <ac:chgData name="Jang Jaehoon" userId="966c597570e402b5" providerId="LiveId" clId="{17D83F1C-35B2-4BB9-96D9-9F957C46CE75}" dt="2021-10-09T08:17:29.725" v="1095" actId="478"/>
          <ac:spMkLst>
            <pc:docMk/>
            <pc:sldMk cId="901192612" sldId="263"/>
            <ac:spMk id="15" creationId="{9189E70E-14BF-43E1-AD9F-3521F57D3FB7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16" creationId="{E0889025-FFD1-49E6-B855-36C6A31C7D81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17" creationId="{D5E6D6FE-FF5B-4D78-B342-E3530734AB76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18" creationId="{797B0E03-7B2A-4ED9-AFA9-72E3B9ED70CE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19" creationId="{3B6EBBFF-8DC5-4306-BA1E-1E4937E5D97B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20" creationId="{49632630-D923-487D-991A-F40D60AFDDEF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21" creationId="{769A937F-FAF7-4225-B919-3D1DF5589A28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22" creationId="{628A2E7F-5EDD-48D5-A9DA-6EA7D116DE02}"/>
          </ac:spMkLst>
        </pc:spChg>
        <pc:spChg chg="add mod">
          <ac:chgData name="Jang Jaehoon" userId="966c597570e402b5" providerId="LiveId" clId="{17D83F1C-35B2-4BB9-96D9-9F957C46CE75}" dt="2021-10-09T08:19:04.217" v="1121" actId="1076"/>
          <ac:spMkLst>
            <pc:docMk/>
            <pc:sldMk cId="901192612" sldId="263"/>
            <ac:spMk id="23" creationId="{4DBFE155-1155-467C-B1D5-6B59CFDFB339}"/>
          </ac:spMkLst>
        </pc:spChg>
        <pc:spChg chg="add del mod">
          <ac:chgData name="Jang Jaehoon" userId="966c597570e402b5" providerId="LiveId" clId="{17D83F1C-35B2-4BB9-96D9-9F957C46CE75}" dt="2021-10-10T10:10:06.414" v="5304" actId="478"/>
          <ac:spMkLst>
            <pc:docMk/>
            <pc:sldMk cId="901192612" sldId="263"/>
            <ac:spMk id="24" creationId="{3B206C22-4E70-4CE6-8316-48D071AD4476}"/>
          </ac:spMkLst>
        </pc:spChg>
        <pc:spChg chg="add mod">
          <ac:chgData name="Jang Jaehoon" userId="966c597570e402b5" providerId="LiveId" clId="{17D83F1C-35B2-4BB9-96D9-9F957C46CE75}" dt="2021-10-10T10:10:06.802" v="5305"/>
          <ac:spMkLst>
            <pc:docMk/>
            <pc:sldMk cId="901192612" sldId="263"/>
            <ac:spMk id="25" creationId="{058442C3-9B49-4744-91E8-3C8C50DCFCC6}"/>
          </ac:spMkLst>
        </pc:spChg>
        <pc:spChg chg="add mod">
          <ac:chgData name="Jang Jaehoon" userId="966c597570e402b5" providerId="LiveId" clId="{17D83F1C-35B2-4BB9-96D9-9F957C46CE75}" dt="2021-10-10T12:41:37.041" v="6001"/>
          <ac:spMkLst>
            <pc:docMk/>
            <pc:sldMk cId="901192612" sldId="263"/>
            <ac:spMk id="26" creationId="{26FADF0D-BA8A-4C5A-A62F-72B96602DFE3}"/>
          </ac:spMkLst>
        </pc:spChg>
      </pc:sldChg>
      <pc:sldChg chg="addSp delSp modSp add mod">
        <pc:chgData name="Jang Jaehoon" userId="966c597570e402b5" providerId="LiveId" clId="{17D83F1C-35B2-4BB9-96D9-9F957C46CE75}" dt="2021-10-10T12:50:51.140" v="6483" actId="20577"/>
        <pc:sldMkLst>
          <pc:docMk/>
          <pc:sldMk cId="3907770984" sldId="264"/>
        </pc:sldMkLst>
        <pc:spChg chg="del mod">
          <ac:chgData name="Jang Jaehoon" userId="966c597570e402b5" providerId="LiveId" clId="{17D83F1C-35B2-4BB9-96D9-9F957C46CE75}" dt="2021-10-10T10:10:11.426" v="5306" actId="478"/>
          <ac:spMkLst>
            <pc:docMk/>
            <pc:sldMk cId="3907770984" sldId="264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2:43:38.198" v="6079"/>
          <ac:spMkLst>
            <pc:docMk/>
            <pc:sldMk cId="3907770984" sldId="264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09T17:26:35.192" v="3191" actId="478"/>
          <ac:spMkLst>
            <pc:docMk/>
            <pc:sldMk cId="3907770984" sldId="264"/>
            <ac:spMk id="8" creationId="{48F91804-DD18-4C32-84C4-95719B87077D}"/>
          </ac:spMkLst>
        </pc:spChg>
        <pc:spChg chg="mod">
          <ac:chgData name="Jang Jaehoon" userId="966c597570e402b5" providerId="LiveId" clId="{17D83F1C-35B2-4BB9-96D9-9F957C46CE75}" dt="2021-10-09T08:19:23.751" v="1136" actId="20577"/>
          <ac:spMkLst>
            <pc:docMk/>
            <pc:sldMk cId="3907770984" sldId="264"/>
            <ac:spMk id="10" creationId="{47D23B16-7AF3-4EAA-B799-CBB206B95B48}"/>
          </ac:spMkLst>
        </pc:spChg>
        <pc:spChg chg="mod">
          <ac:chgData name="Jang Jaehoon" userId="966c597570e402b5" providerId="LiveId" clId="{17D83F1C-35B2-4BB9-96D9-9F957C46CE75}" dt="2021-10-10T12:50:51.140" v="6483" actId="20577"/>
          <ac:spMkLst>
            <pc:docMk/>
            <pc:sldMk cId="3907770984" sldId="264"/>
            <ac:spMk id="11" creationId="{99346E2B-17DE-411D-804A-B93F612A8017}"/>
          </ac:spMkLst>
        </pc:spChg>
        <pc:spChg chg="mod">
          <ac:chgData name="Jang Jaehoon" userId="966c597570e402b5" providerId="LiveId" clId="{17D83F1C-35B2-4BB9-96D9-9F957C46CE75}" dt="2021-10-10T12:43:53.859" v="6098" actId="6549"/>
          <ac:spMkLst>
            <pc:docMk/>
            <pc:sldMk cId="3907770984" sldId="264"/>
            <ac:spMk id="16" creationId="{E0889025-FFD1-49E6-B855-36C6A31C7D81}"/>
          </ac:spMkLst>
        </pc:spChg>
        <pc:spChg chg="mod">
          <ac:chgData name="Jang Jaehoon" userId="966c597570e402b5" providerId="LiveId" clId="{17D83F1C-35B2-4BB9-96D9-9F957C46CE75}" dt="2021-10-10T12:46:32.337" v="6174"/>
          <ac:spMkLst>
            <pc:docMk/>
            <pc:sldMk cId="3907770984" sldId="264"/>
            <ac:spMk id="18" creationId="{797B0E03-7B2A-4ED9-AFA9-72E3B9ED70CE}"/>
          </ac:spMkLst>
        </pc:spChg>
        <pc:spChg chg="mod">
          <ac:chgData name="Jang Jaehoon" userId="966c597570e402b5" providerId="LiveId" clId="{17D83F1C-35B2-4BB9-96D9-9F957C46CE75}" dt="2021-10-10T12:46:39.480" v="6194"/>
          <ac:spMkLst>
            <pc:docMk/>
            <pc:sldMk cId="3907770984" sldId="264"/>
            <ac:spMk id="20" creationId="{49632630-D923-487D-991A-F40D60AFDDEF}"/>
          </ac:spMkLst>
        </pc:spChg>
        <pc:spChg chg="mod">
          <ac:chgData name="Jang Jaehoon" userId="966c597570e402b5" providerId="LiveId" clId="{17D83F1C-35B2-4BB9-96D9-9F957C46CE75}" dt="2021-10-10T12:46:50.826" v="6224"/>
          <ac:spMkLst>
            <pc:docMk/>
            <pc:sldMk cId="3907770984" sldId="264"/>
            <ac:spMk id="22" creationId="{628A2E7F-5EDD-48D5-A9DA-6EA7D116DE02}"/>
          </ac:spMkLst>
        </pc:spChg>
        <pc:spChg chg="add del mod">
          <ac:chgData name="Jang Jaehoon" userId="966c597570e402b5" providerId="LiveId" clId="{17D83F1C-35B2-4BB9-96D9-9F957C46CE75}" dt="2021-10-10T10:10:11.426" v="5306" actId="478"/>
          <ac:spMkLst>
            <pc:docMk/>
            <pc:sldMk cId="3907770984" sldId="264"/>
            <ac:spMk id="24" creationId="{3D7C18A2-9158-4175-B4C3-E2B6D2C047E7}"/>
          </ac:spMkLst>
        </pc:spChg>
        <pc:spChg chg="add mod">
          <ac:chgData name="Jang Jaehoon" userId="966c597570e402b5" providerId="LiveId" clId="{17D83F1C-35B2-4BB9-96D9-9F957C46CE75}" dt="2021-10-10T10:10:11.791" v="5307"/>
          <ac:spMkLst>
            <pc:docMk/>
            <pc:sldMk cId="3907770984" sldId="264"/>
            <ac:spMk id="25" creationId="{877D5FF6-0E76-4CE1-9954-CDED75B17C17}"/>
          </ac:spMkLst>
        </pc:spChg>
        <pc:spChg chg="add del mod">
          <ac:chgData name="Jang Jaehoon" userId="966c597570e402b5" providerId="LiveId" clId="{17D83F1C-35B2-4BB9-96D9-9F957C46CE75}" dt="2021-10-10T12:42:08.618" v="6012" actId="478"/>
          <ac:spMkLst>
            <pc:docMk/>
            <pc:sldMk cId="3907770984" sldId="264"/>
            <ac:spMk id="26" creationId="{11D89279-89B7-42EB-B3F8-6E136B6F719E}"/>
          </ac:spMkLst>
        </pc:spChg>
        <pc:spChg chg="add mod">
          <ac:chgData name="Jang Jaehoon" userId="966c597570e402b5" providerId="LiveId" clId="{17D83F1C-35B2-4BB9-96D9-9F957C46CE75}" dt="2021-10-10T12:42:09.136" v="6013"/>
          <ac:spMkLst>
            <pc:docMk/>
            <pc:sldMk cId="3907770984" sldId="264"/>
            <ac:spMk id="27" creationId="{2364D59E-8129-42EF-84E9-C46B2D500244}"/>
          </ac:spMkLst>
        </pc:spChg>
      </pc:sldChg>
      <pc:sldChg chg="addSp delSp modSp add mod">
        <pc:chgData name="Jang Jaehoon" userId="966c597570e402b5" providerId="LiveId" clId="{17D83F1C-35B2-4BB9-96D9-9F957C46CE75}" dt="2021-10-10T15:08:32.696" v="8803" actId="1076"/>
        <pc:sldMkLst>
          <pc:docMk/>
          <pc:sldMk cId="2812282200" sldId="265"/>
        </pc:sldMkLst>
        <pc:spChg chg="del">
          <ac:chgData name="Jang Jaehoon" userId="966c597570e402b5" providerId="LiveId" clId="{17D83F1C-35B2-4BB9-96D9-9F957C46CE75}" dt="2021-10-09T08:19:38.817" v="1138" actId="478"/>
          <ac:spMkLst>
            <pc:docMk/>
            <pc:sldMk cId="2812282200" sldId="265"/>
            <ac:spMk id="2" creationId="{593EC9D2-EB43-4BB4-BAE4-6D16FF7F026A}"/>
          </ac:spMkLst>
        </pc:spChg>
        <pc:spChg chg="add del">
          <ac:chgData name="Jang Jaehoon" userId="966c597570e402b5" providerId="LiveId" clId="{17D83F1C-35B2-4BB9-96D9-9F957C46CE75}" dt="2021-10-09T13:30:22.018" v="1150" actId="478"/>
          <ac:spMkLst>
            <pc:docMk/>
            <pc:sldMk cId="2812282200" sldId="265"/>
            <ac:spMk id="3" creationId="{7F043547-6831-45DF-B27E-A7DF0C1BA7C0}"/>
          </ac:spMkLst>
        </pc:spChg>
        <pc:spChg chg="add del mod">
          <ac:chgData name="Jang Jaehoon" userId="966c597570e402b5" providerId="LiveId" clId="{17D83F1C-35B2-4BB9-96D9-9F957C46CE75}" dt="2021-10-09T13:30:23.467" v="1151" actId="478"/>
          <ac:spMkLst>
            <pc:docMk/>
            <pc:sldMk cId="2812282200" sldId="265"/>
            <ac:spMk id="4" creationId="{E28C6D40-1B3C-4AE2-A76A-C216EBC2247E}"/>
          </ac:spMkLst>
        </pc:spChg>
        <pc:spChg chg="del mod">
          <ac:chgData name="Jang Jaehoon" userId="966c597570e402b5" providerId="LiveId" clId="{17D83F1C-35B2-4BB9-96D9-9F957C46CE75}" dt="2021-10-10T12:42:26.422" v="6029" actId="478"/>
          <ac:spMkLst>
            <pc:docMk/>
            <pc:sldMk cId="2812282200" sldId="265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2:47:34.424" v="6250"/>
          <ac:spMkLst>
            <pc:docMk/>
            <pc:sldMk cId="2812282200" sldId="265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09T17:26:40.227" v="3193" actId="478"/>
          <ac:spMkLst>
            <pc:docMk/>
            <pc:sldMk cId="2812282200" sldId="265"/>
            <ac:spMk id="8" creationId="{48F91804-DD18-4C32-84C4-95719B87077D}"/>
          </ac:spMkLst>
        </pc:spChg>
        <pc:spChg chg="mod">
          <ac:chgData name="Jang Jaehoon" userId="966c597570e402b5" providerId="LiveId" clId="{17D83F1C-35B2-4BB9-96D9-9F957C46CE75}" dt="2021-10-09T13:31:30.781" v="1171"/>
          <ac:spMkLst>
            <pc:docMk/>
            <pc:sldMk cId="2812282200" sldId="265"/>
            <ac:spMk id="10" creationId="{47D23B16-7AF3-4EAA-B799-CBB206B95B48}"/>
          </ac:spMkLst>
        </pc:spChg>
        <pc:spChg chg="mod">
          <ac:chgData name="Jang Jaehoon" userId="966c597570e402b5" providerId="LiveId" clId="{17D83F1C-35B2-4BB9-96D9-9F957C46CE75}" dt="2021-10-10T12:50:57.901" v="6486" actId="20577"/>
          <ac:spMkLst>
            <pc:docMk/>
            <pc:sldMk cId="2812282200" sldId="265"/>
            <ac:spMk id="11" creationId="{99346E2B-17DE-411D-804A-B93F612A8017}"/>
          </ac:spMkLst>
        </pc:spChg>
        <pc:spChg chg="add mod">
          <ac:chgData name="Jang Jaehoon" userId="966c597570e402b5" providerId="LiveId" clId="{17D83F1C-35B2-4BB9-96D9-9F957C46CE75}" dt="2021-10-10T12:42:26.794" v="6030"/>
          <ac:spMkLst>
            <pc:docMk/>
            <pc:sldMk cId="2812282200" sldId="265"/>
            <ac:spMk id="14" creationId="{35AE4C67-9CB9-46AF-ACF3-9EED710D6CE5}"/>
          </ac:spMkLst>
        </pc:spChg>
        <pc:spChg chg="add mod">
          <ac:chgData name="Jang Jaehoon" userId="966c597570e402b5" providerId="LiveId" clId="{17D83F1C-35B2-4BB9-96D9-9F957C46CE75}" dt="2021-10-10T13:18:55.828" v="7264"/>
          <ac:spMkLst>
            <pc:docMk/>
            <pc:sldMk cId="2812282200" sldId="265"/>
            <ac:spMk id="15" creationId="{52281D58-4A3C-412F-A4FD-6CF42E606C43}"/>
          </ac:spMkLst>
        </pc:spChg>
        <pc:spChg chg="mod">
          <ac:chgData name="Jang Jaehoon" userId="966c597570e402b5" providerId="LiveId" clId="{17D83F1C-35B2-4BB9-96D9-9F957C46CE75}" dt="2021-10-10T12:48:25.797" v="6354"/>
          <ac:spMkLst>
            <pc:docMk/>
            <pc:sldMk cId="2812282200" sldId="265"/>
            <ac:spMk id="16" creationId="{E0889025-FFD1-49E6-B855-36C6A31C7D81}"/>
          </ac:spMkLst>
        </pc:spChg>
        <pc:spChg chg="del">
          <ac:chgData name="Jang Jaehoon" userId="966c597570e402b5" providerId="LiveId" clId="{17D83F1C-35B2-4BB9-96D9-9F957C46CE75}" dt="2021-10-09T08:19:38.817" v="1138" actId="478"/>
          <ac:spMkLst>
            <pc:docMk/>
            <pc:sldMk cId="2812282200" sldId="265"/>
            <ac:spMk id="17" creationId="{D5E6D6FE-FF5B-4D78-B342-E3530734AB76}"/>
          </ac:spMkLst>
        </pc:spChg>
        <pc:spChg chg="mod modVis">
          <ac:chgData name="Jang Jaehoon" userId="966c597570e402b5" providerId="LiveId" clId="{17D83F1C-35B2-4BB9-96D9-9F957C46CE75}" dt="2021-10-10T12:48:14.386" v="6339"/>
          <ac:spMkLst>
            <pc:docMk/>
            <pc:sldMk cId="2812282200" sldId="265"/>
            <ac:spMk id="18" creationId="{797B0E03-7B2A-4ED9-AFA9-72E3B9ED70CE}"/>
          </ac:spMkLst>
        </pc:spChg>
        <pc:spChg chg="del">
          <ac:chgData name="Jang Jaehoon" userId="966c597570e402b5" providerId="LiveId" clId="{17D83F1C-35B2-4BB9-96D9-9F957C46CE75}" dt="2021-10-09T08:19:38.817" v="1138" actId="478"/>
          <ac:spMkLst>
            <pc:docMk/>
            <pc:sldMk cId="2812282200" sldId="265"/>
            <ac:spMk id="19" creationId="{3B6EBBFF-8DC5-4306-BA1E-1E4937E5D97B}"/>
          </ac:spMkLst>
        </pc:spChg>
        <pc:spChg chg="mod modVis">
          <ac:chgData name="Jang Jaehoon" userId="966c597570e402b5" providerId="LiveId" clId="{17D83F1C-35B2-4BB9-96D9-9F957C46CE75}" dt="2021-10-10T15:08:32.696" v="8803" actId="1076"/>
          <ac:spMkLst>
            <pc:docMk/>
            <pc:sldMk cId="2812282200" sldId="265"/>
            <ac:spMk id="20" creationId="{49632630-D923-487D-991A-F40D60AFDDEF}"/>
          </ac:spMkLst>
        </pc:spChg>
        <pc:spChg chg="del">
          <ac:chgData name="Jang Jaehoon" userId="966c597570e402b5" providerId="LiveId" clId="{17D83F1C-35B2-4BB9-96D9-9F957C46CE75}" dt="2021-10-09T08:19:38.817" v="1138" actId="478"/>
          <ac:spMkLst>
            <pc:docMk/>
            <pc:sldMk cId="2812282200" sldId="265"/>
            <ac:spMk id="21" creationId="{769A937F-FAF7-4225-B919-3D1DF5589A28}"/>
          </ac:spMkLst>
        </pc:spChg>
        <pc:spChg chg="mod modVis">
          <ac:chgData name="Jang Jaehoon" userId="966c597570e402b5" providerId="LiveId" clId="{17D83F1C-35B2-4BB9-96D9-9F957C46CE75}" dt="2021-10-10T15:08:32.696" v="8803" actId="1076"/>
          <ac:spMkLst>
            <pc:docMk/>
            <pc:sldMk cId="2812282200" sldId="265"/>
            <ac:spMk id="22" creationId="{628A2E7F-5EDD-48D5-A9DA-6EA7D116DE02}"/>
          </ac:spMkLst>
        </pc:spChg>
        <pc:spChg chg="del">
          <ac:chgData name="Jang Jaehoon" userId="966c597570e402b5" providerId="LiveId" clId="{17D83F1C-35B2-4BB9-96D9-9F957C46CE75}" dt="2021-10-09T08:19:38.817" v="1138" actId="478"/>
          <ac:spMkLst>
            <pc:docMk/>
            <pc:sldMk cId="2812282200" sldId="265"/>
            <ac:spMk id="23" creationId="{4DBFE155-1155-467C-B1D5-6B59CFDFB339}"/>
          </ac:spMkLst>
        </pc:spChg>
        <pc:spChg chg="add del mod">
          <ac:chgData name="Jang Jaehoon" userId="966c597570e402b5" providerId="LiveId" clId="{17D83F1C-35B2-4BB9-96D9-9F957C46CE75}" dt="2021-10-10T13:18:55.065" v="7263" actId="478"/>
          <ac:spMkLst>
            <pc:docMk/>
            <pc:sldMk cId="2812282200" sldId="265"/>
            <ac:spMk id="24" creationId="{DF6D58D9-1795-4D51-A851-B86A1641A0D4}"/>
          </ac:spMkLst>
        </pc:spChg>
      </pc:sldChg>
      <pc:sldChg chg="addSp delSp modSp add mod">
        <pc:chgData name="Jang Jaehoon" userId="966c597570e402b5" providerId="LiveId" clId="{17D83F1C-35B2-4BB9-96D9-9F957C46CE75}" dt="2021-10-10T13:18:59.849" v="7266"/>
        <pc:sldMkLst>
          <pc:docMk/>
          <pc:sldMk cId="4221016645" sldId="266"/>
        </pc:sldMkLst>
        <pc:spChg chg="mod">
          <ac:chgData name="Jang Jaehoon" userId="966c597570e402b5" providerId="LiveId" clId="{17D83F1C-35B2-4BB9-96D9-9F957C46CE75}" dt="2021-10-10T12:49:54.350" v="6477"/>
          <ac:spMkLst>
            <pc:docMk/>
            <pc:sldMk cId="4221016645" sldId="266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2:53:55.806" v="6555" actId="1076"/>
          <ac:spMkLst>
            <pc:docMk/>
            <pc:sldMk cId="4221016645" sldId="266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09T17:26:45.440" v="3195" actId="478"/>
          <ac:spMkLst>
            <pc:docMk/>
            <pc:sldMk cId="4221016645" sldId="266"/>
            <ac:spMk id="8" creationId="{48F91804-DD18-4C32-84C4-95719B87077D}"/>
          </ac:spMkLst>
        </pc:spChg>
        <pc:spChg chg="mod">
          <ac:chgData name="Jang Jaehoon" userId="966c597570e402b5" providerId="LiveId" clId="{17D83F1C-35B2-4BB9-96D9-9F957C46CE75}" dt="2021-10-09T13:31:40.751" v="1178" actId="20577"/>
          <ac:spMkLst>
            <pc:docMk/>
            <pc:sldMk cId="4221016645" sldId="266"/>
            <ac:spMk id="10" creationId="{47D23B16-7AF3-4EAA-B799-CBB206B95B48}"/>
          </ac:spMkLst>
        </pc:spChg>
        <pc:spChg chg="mod">
          <ac:chgData name="Jang Jaehoon" userId="966c597570e402b5" providerId="LiveId" clId="{17D83F1C-35B2-4BB9-96D9-9F957C46CE75}" dt="2021-10-10T12:53:04.251" v="6552" actId="14100"/>
          <ac:spMkLst>
            <pc:docMk/>
            <pc:sldMk cId="4221016645" sldId="266"/>
            <ac:spMk id="11" creationId="{99346E2B-17DE-411D-804A-B93F612A8017}"/>
          </ac:spMkLst>
        </pc:spChg>
        <pc:spChg chg="add del mod">
          <ac:chgData name="Jang Jaehoon" userId="966c597570e402b5" providerId="LiveId" clId="{17D83F1C-35B2-4BB9-96D9-9F957C46CE75}" dt="2021-10-10T12:52:48.896" v="6550" actId="478"/>
          <ac:spMkLst>
            <pc:docMk/>
            <pc:sldMk cId="4221016645" sldId="266"/>
            <ac:spMk id="12" creationId="{926DD836-25F7-4CE1-AFC1-3090DAAA5E36}"/>
          </ac:spMkLst>
        </pc:spChg>
        <pc:spChg chg="add del mod">
          <ac:chgData name="Jang Jaehoon" userId="966c597570e402b5" providerId="LiveId" clId="{17D83F1C-35B2-4BB9-96D9-9F957C46CE75}" dt="2021-10-10T13:18:59.536" v="7265" actId="478"/>
          <ac:spMkLst>
            <pc:docMk/>
            <pc:sldMk cId="4221016645" sldId="266"/>
            <ac:spMk id="13" creationId="{CCA28D01-9639-4D88-9EB4-FF8B35F6B692}"/>
          </ac:spMkLst>
        </pc:spChg>
        <pc:spChg chg="add mod">
          <ac:chgData name="Jang Jaehoon" userId="966c597570e402b5" providerId="LiveId" clId="{17D83F1C-35B2-4BB9-96D9-9F957C46CE75}" dt="2021-10-10T12:53:44.309" v="6553" actId="571"/>
          <ac:spMkLst>
            <pc:docMk/>
            <pc:sldMk cId="4221016645" sldId="266"/>
            <ac:spMk id="14" creationId="{6379577E-8810-4D2E-8DA1-EFAD43AF9AD3}"/>
          </ac:spMkLst>
        </pc:spChg>
        <pc:spChg chg="add mod">
          <ac:chgData name="Jang Jaehoon" userId="966c597570e402b5" providerId="LiveId" clId="{17D83F1C-35B2-4BB9-96D9-9F957C46CE75}" dt="2021-10-10T12:54:11.599" v="6562" actId="20577"/>
          <ac:spMkLst>
            <pc:docMk/>
            <pc:sldMk cId="4221016645" sldId="266"/>
            <ac:spMk id="15" creationId="{AB78393E-B2E0-49A9-AB65-8016B69CE578}"/>
          </ac:spMkLst>
        </pc:spChg>
        <pc:spChg chg="del mod">
          <ac:chgData name="Jang Jaehoon" userId="966c597570e402b5" providerId="LiveId" clId="{17D83F1C-35B2-4BB9-96D9-9F957C46CE75}" dt="2021-10-10T12:52:21.430" v="6514" actId="478"/>
          <ac:spMkLst>
            <pc:docMk/>
            <pc:sldMk cId="4221016645" sldId="266"/>
            <ac:spMk id="16" creationId="{E0889025-FFD1-49E6-B855-36C6A31C7D81}"/>
          </ac:spMkLst>
        </pc:spChg>
        <pc:spChg chg="add mod">
          <ac:chgData name="Jang Jaehoon" userId="966c597570e402b5" providerId="LiveId" clId="{17D83F1C-35B2-4BB9-96D9-9F957C46CE75}" dt="2021-10-10T12:55:48.607" v="6661"/>
          <ac:spMkLst>
            <pc:docMk/>
            <pc:sldMk cId="4221016645" sldId="266"/>
            <ac:spMk id="17" creationId="{F2C4CA0B-79A6-43A1-9C2C-5EE39A2D2E84}"/>
          </ac:spMkLst>
        </pc:spChg>
        <pc:spChg chg="del">
          <ac:chgData name="Jang Jaehoon" userId="966c597570e402b5" providerId="LiveId" clId="{17D83F1C-35B2-4BB9-96D9-9F957C46CE75}" dt="2021-10-09T13:32:00.786" v="1199" actId="478"/>
          <ac:spMkLst>
            <pc:docMk/>
            <pc:sldMk cId="4221016645" sldId="266"/>
            <ac:spMk id="18" creationId="{797B0E03-7B2A-4ED9-AFA9-72E3B9ED70CE}"/>
          </ac:spMkLst>
        </pc:spChg>
        <pc:spChg chg="add mod">
          <ac:chgData name="Jang Jaehoon" userId="966c597570e402b5" providerId="LiveId" clId="{17D83F1C-35B2-4BB9-96D9-9F957C46CE75}" dt="2021-10-10T12:54:59.254" v="6598" actId="6549"/>
          <ac:spMkLst>
            <pc:docMk/>
            <pc:sldMk cId="4221016645" sldId="266"/>
            <ac:spMk id="18" creationId="{E9AC679E-5EBB-48C2-8422-4E9F15B9B007}"/>
          </ac:spMkLst>
        </pc:spChg>
        <pc:spChg chg="add mod">
          <ac:chgData name="Jang Jaehoon" userId="966c597570e402b5" providerId="LiveId" clId="{17D83F1C-35B2-4BB9-96D9-9F957C46CE75}" dt="2021-10-10T13:18:59.849" v="7266"/>
          <ac:spMkLst>
            <pc:docMk/>
            <pc:sldMk cId="4221016645" sldId="266"/>
            <ac:spMk id="19" creationId="{B0C2E69F-DF2A-49DE-96AB-07B64A0A7247}"/>
          </ac:spMkLst>
        </pc:spChg>
        <pc:spChg chg="del mod">
          <ac:chgData name="Jang Jaehoon" userId="966c597570e402b5" providerId="LiveId" clId="{17D83F1C-35B2-4BB9-96D9-9F957C46CE75}" dt="2021-10-10T12:52:51.945" v="6551" actId="478"/>
          <ac:spMkLst>
            <pc:docMk/>
            <pc:sldMk cId="4221016645" sldId="266"/>
            <ac:spMk id="20" creationId="{49632630-D923-487D-991A-F40D60AFDDEF}"/>
          </ac:spMkLst>
        </pc:spChg>
        <pc:spChg chg="del mod">
          <ac:chgData name="Jang Jaehoon" userId="966c597570e402b5" providerId="LiveId" clId="{17D83F1C-35B2-4BB9-96D9-9F957C46CE75}" dt="2021-10-10T12:52:51.945" v="6551" actId="478"/>
          <ac:spMkLst>
            <pc:docMk/>
            <pc:sldMk cId="4221016645" sldId="266"/>
            <ac:spMk id="22" creationId="{628A2E7F-5EDD-48D5-A9DA-6EA7D116DE02}"/>
          </ac:spMkLst>
        </pc:spChg>
      </pc:sldChg>
      <pc:sldChg chg="addSp delSp modSp add mod">
        <pc:chgData name="Jang Jaehoon" userId="966c597570e402b5" providerId="LiveId" clId="{17D83F1C-35B2-4BB9-96D9-9F957C46CE75}" dt="2021-10-10T16:00:58.891" v="9675" actId="1076"/>
        <pc:sldMkLst>
          <pc:docMk/>
          <pc:sldMk cId="1158794100" sldId="267"/>
        </pc:sldMkLst>
        <pc:spChg chg="mod">
          <ac:chgData name="Jang Jaehoon" userId="966c597570e402b5" providerId="LiveId" clId="{17D83F1C-35B2-4BB9-96D9-9F957C46CE75}" dt="2021-10-10T14:10:00.436" v="7323"/>
          <ac:spMkLst>
            <pc:docMk/>
            <pc:sldMk cId="1158794100" sldId="267"/>
            <ac:spMk id="5" creationId="{5C39C6F6-F9C5-49D1-B072-76C2FC860495}"/>
          </ac:spMkLst>
        </pc:spChg>
        <pc:spChg chg="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09T17:26:51.212" v="3197" actId="478"/>
          <ac:spMkLst>
            <pc:docMk/>
            <pc:sldMk cId="1158794100" sldId="267"/>
            <ac:spMk id="8" creationId="{48F91804-DD18-4C32-84C4-95719B87077D}"/>
          </ac:spMkLst>
        </pc:spChg>
        <pc:spChg chg="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1" creationId="{99346E2B-17DE-411D-804A-B93F612A8017}"/>
          </ac:spMkLst>
        </pc:spChg>
        <pc:spChg chg="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2" creationId="{926DD836-25F7-4CE1-AFC1-3090DAAA5E36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3" creationId="{4BBFA7FB-5A3A-42A4-91C6-641E3BC51D96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4" creationId="{084A18BA-97B6-4017-BF59-4145BBE3736C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5" creationId="{F9AD561F-23DD-4AA2-8DF3-124CFBDD8046}"/>
          </ac:spMkLst>
        </pc:spChg>
        <pc:spChg chg="del mod">
          <ac:chgData name="Jang Jaehoon" userId="966c597570e402b5" providerId="LiveId" clId="{17D83F1C-35B2-4BB9-96D9-9F957C46CE75}" dt="2021-10-09T13:35:59.087" v="1299" actId="478"/>
          <ac:spMkLst>
            <pc:docMk/>
            <pc:sldMk cId="1158794100" sldId="267"/>
            <ac:spMk id="16" creationId="{E0889025-FFD1-49E6-B855-36C6A31C7D81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17" creationId="{10E4BA11-6992-4A8C-B168-C19455678588}"/>
          </ac:spMkLst>
        </pc:spChg>
        <pc:spChg chg="add del mod">
          <ac:chgData name="Jang Jaehoon" userId="966c597570e402b5" providerId="LiveId" clId="{17D83F1C-35B2-4BB9-96D9-9F957C46CE75}" dt="2021-10-09T13:36:02.237" v="1300" actId="478"/>
          <ac:spMkLst>
            <pc:docMk/>
            <pc:sldMk cId="1158794100" sldId="267"/>
            <ac:spMk id="18" creationId="{A1ED3966-FCD5-42FE-B956-AEE728D10416}"/>
          </ac:spMkLst>
        </pc:spChg>
        <pc:spChg chg="add del mod">
          <ac:chgData name="Jang Jaehoon" userId="966c597570e402b5" providerId="LiveId" clId="{17D83F1C-35B2-4BB9-96D9-9F957C46CE75}" dt="2021-10-09T13:35:43.370" v="1296" actId="478"/>
          <ac:spMkLst>
            <pc:docMk/>
            <pc:sldMk cId="1158794100" sldId="267"/>
            <ac:spMk id="19" creationId="{8A09BA85-47AE-43E0-BCFD-5BB66C91AE20}"/>
          </ac:spMkLst>
        </pc:spChg>
        <pc:spChg chg="add del mod">
          <ac:chgData name="Jang Jaehoon" userId="966c597570e402b5" providerId="LiveId" clId="{17D83F1C-35B2-4BB9-96D9-9F957C46CE75}" dt="2021-10-09T13:35:11.066" v="1290" actId="478"/>
          <ac:spMkLst>
            <pc:docMk/>
            <pc:sldMk cId="1158794100" sldId="267"/>
            <ac:spMk id="20" creationId="{49632630-D923-487D-991A-F40D60AFDDEF}"/>
          </ac:spMkLst>
        </pc:spChg>
        <pc:spChg chg="add del mod">
          <ac:chgData name="Jang Jaehoon" userId="966c597570e402b5" providerId="LiveId" clId="{17D83F1C-35B2-4BB9-96D9-9F957C46CE75}" dt="2021-10-09T13:35:43.370" v="1296" actId="478"/>
          <ac:spMkLst>
            <pc:docMk/>
            <pc:sldMk cId="1158794100" sldId="267"/>
            <ac:spMk id="21" creationId="{0B3ED5CE-7C4A-4072-8F5F-A058D922977F}"/>
          </ac:spMkLst>
        </pc:spChg>
        <pc:spChg chg="add mod">
          <ac:chgData name="Jang Jaehoon" userId="966c597570e402b5" providerId="LiveId" clId="{17D83F1C-35B2-4BB9-96D9-9F957C46CE75}" dt="2021-10-10T13:05:40.883" v="6900"/>
          <ac:spMkLst>
            <pc:docMk/>
            <pc:sldMk cId="1158794100" sldId="267"/>
            <ac:spMk id="21" creationId="{A973E84C-BC4E-47C6-95A6-7F9945C033D1}"/>
          </ac:spMkLst>
        </pc:spChg>
        <pc:spChg chg="add del mod">
          <ac:chgData name="Jang Jaehoon" userId="966c597570e402b5" providerId="LiveId" clId="{17D83F1C-35B2-4BB9-96D9-9F957C46CE75}" dt="2021-10-10T14:11:39.478" v="7345" actId="478"/>
          <ac:spMkLst>
            <pc:docMk/>
            <pc:sldMk cId="1158794100" sldId="267"/>
            <ac:spMk id="22" creationId="{4C5FD35E-0B6A-4A88-A736-86D782518942}"/>
          </ac:spMkLst>
        </pc:spChg>
        <pc:spChg chg="add del mod">
          <ac:chgData name="Jang Jaehoon" userId="966c597570e402b5" providerId="LiveId" clId="{17D83F1C-35B2-4BB9-96D9-9F957C46CE75}" dt="2021-10-09T13:35:11.066" v="1290" actId="478"/>
          <ac:spMkLst>
            <pc:docMk/>
            <pc:sldMk cId="1158794100" sldId="267"/>
            <ac:spMk id="22" creationId="{628A2E7F-5EDD-48D5-A9DA-6EA7D116DE02}"/>
          </ac:spMkLst>
        </pc:spChg>
        <pc:spChg chg="add del mod">
          <ac:chgData name="Jang Jaehoon" userId="966c597570e402b5" providerId="LiveId" clId="{17D83F1C-35B2-4BB9-96D9-9F957C46CE75}" dt="2021-10-09T13:35:43.370" v="1296" actId="478"/>
          <ac:spMkLst>
            <pc:docMk/>
            <pc:sldMk cId="1158794100" sldId="267"/>
            <ac:spMk id="23" creationId="{1F6E8CBA-B7DB-4BA2-82C0-030138F56C13}"/>
          </ac:spMkLst>
        </pc:spChg>
        <pc:spChg chg="add mod">
          <ac:chgData name="Jang Jaehoon" userId="966c597570e402b5" providerId="LiveId" clId="{17D83F1C-35B2-4BB9-96D9-9F957C46CE75}" dt="2021-10-10T15:52:46.340" v="9439" actId="20577"/>
          <ac:spMkLst>
            <pc:docMk/>
            <pc:sldMk cId="1158794100" sldId="267"/>
            <ac:spMk id="23" creationId="{240D8B15-6728-4F5B-98FC-3DC052B6D5DD}"/>
          </ac:spMkLst>
        </pc:spChg>
        <pc:spChg chg="add del mod">
          <ac:chgData name="Jang Jaehoon" userId="966c597570e402b5" providerId="LiveId" clId="{17D83F1C-35B2-4BB9-96D9-9F957C46CE75}" dt="2021-10-09T13:35:43.370" v="1296" actId="478"/>
          <ac:spMkLst>
            <pc:docMk/>
            <pc:sldMk cId="1158794100" sldId="267"/>
            <ac:spMk id="24" creationId="{F0AB66B4-F8EA-4821-B26E-C54B970343E0}"/>
          </ac:spMkLst>
        </pc:spChg>
        <pc:spChg chg="add del mod">
          <ac:chgData name="Jang Jaehoon" userId="966c597570e402b5" providerId="LiveId" clId="{17D83F1C-35B2-4BB9-96D9-9F957C46CE75}" dt="2021-10-10T14:11:43.074" v="7346" actId="478"/>
          <ac:spMkLst>
            <pc:docMk/>
            <pc:sldMk cId="1158794100" sldId="267"/>
            <ac:spMk id="24" creationId="{FAA7AEFC-6B0B-4D95-8ABA-24BA79E72B5A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25" creationId="{4D24C82F-E476-4791-9D3D-058F03280DEF}"/>
          </ac:spMkLst>
        </pc:spChg>
        <pc:spChg chg="add del mod">
          <ac:chgData name="Jang Jaehoon" userId="966c597570e402b5" providerId="LiveId" clId="{17D83F1C-35B2-4BB9-96D9-9F957C46CE75}" dt="2021-10-10T14:11:45.188" v="7347" actId="478"/>
          <ac:spMkLst>
            <pc:docMk/>
            <pc:sldMk cId="1158794100" sldId="267"/>
            <ac:spMk id="25" creationId="{5ED84BEC-960B-44E7-BF79-40A4A1B458D2}"/>
          </ac:spMkLst>
        </pc:spChg>
        <pc:spChg chg="add del mod">
          <ac:chgData name="Jang Jaehoon" userId="966c597570e402b5" providerId="LiveId" clId="{17D83F1C-35B2-4BB9-96D9-9F957C46CE75}" dt="2021-10-10T15:55:17.933" v="9509" actId="478"/>
          <ac:spMkLst>
            <pc:docMk/>
            <pc:sldMk cId="1158794100" sldId="267"/>
            <ac:spMk id="26" creationId="{66BFB61D-601E-459E-B602-7EC2C1351538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26" creationId="{EB4AB1F6-F6DC-493C-9691-303E236CD654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27" creationId="{7AB0BFA1-6DC8-4DF4-AD1E-51C266DA70A3}"/>
          </ac:spMkLst>
        </pc:spChg>
        <pc:spChg chg="add del mod">
          <ac:chgData name="Jang Jaehoon" userId="966c597570e402b5" providerId="LiveId" clId="{17D83F1C-35B2-4BB9-96D9-9F957C46CE75}" dt="2021-10-10T14:12:49.202" v="7387" actId="478"/>
          <ac:spMkLst>
            <pc:docMk/>
            <pc:sldMk cId="1158794100" sldId="267"/>
            <ac:spMk id="27" creationId="{AE2DB2A5-E9E5-47BB-B50B-EDDD68EE83B1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28" creationId="{2AC79B52-4598-4366-AF0D-D8C333CB6214}"/>
          </ac:spMkLst>
        </pc:spChg>
        <pc:spChg chg="add del mod">
          <ac:chgData name="Jang Jaehoon" userId="966c597570e402b5" providerId="LiveId" clId="{17D83F1C-35B2-4BB9-96D9-9F957C46CE75}" dt="2021-10-10T14:12:03.275" v="7350" actId="478"/>
          <ac:spMkLst>
            <pc:docMk/>
            <pc:sldMk cId="1158794100" sldId="267"/>
            <ac:spMk id="28" creationId="{D531EE37-F526-4ABE-9E59-137ED85B496C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29" creationId="{2B75E1BF-A351-4C76-BC0F-4AB05F4AF3F1}"/>
          </ac:spMkLst>
        </pc:spChg>
        <pc:spChg chg="add del mod">
          <ac:chgData name="Jang Jaehoon" userId="966c597570e402b5" providerId="LiveId" clId="{17D83F1C-35B2-4BB9-96D9-9F957C46CE75}" dt="2021-10-10T14:12:03.275" v="7350" actId="478"/>
          <ac:spMkLst>
            <pc:docMk/>
            <pc:sldMk cId="1158794100" sldId="267"/>
            <ac:spMk id="29" creationId="{51BF4BE5-9C77-4250-8367-29656446237A}"/>
          </ac:spMkLst>
        </pc:spChg>
        <pc:spChg chg="add del mod">
          <ac:chgData name="Jang Jaehoon" userId="966c597570e402b5" providerId="LiveId" clId="{17D83F1C-35B2-4BB9-96D9-9F957C46CE75}" dt="2021-10-10T14:12:58.425" v="7388" actId="478"/>
          <ac:spMkLst>
            <pc:docMk/>
            <pc:sldMk cId="1158794100" sldId="267"/>
            <ac:spMk id="30" creationId="{2489AC3B-B393-49D1-B93B-93DCF9B77483}"/>
          </ac:spMkLst>
        </pc:spChg>
        <pc:spChg chg="add del mod">
          <ac:chgData name="Jang Jaehoon" userId="966c597570e402b5" providerId="LiveId" clId="{17D83F1C-35B2-4BB9-96D9-9F957C46CE75}" dt="2021-10-09T13:37:58.347" v="1316" actId="478"/>
          <ac:spMkLst>
            <pc:docMk/>
            <pc:sldMk cId="1158794100" sldId="267"/>
            <ac:spMk id="30" creationId="{CEDF8625-2389-4566-BBA7-7F5D0D505688}"/>
          </ac:spMkLst>
        </pc:spChg>
        <pc:spChg chg="add del mod">
          <ac:chgData name="Jang Jaehoon" userId="966c597570e402b5" providerId="LiveId" clId="{17D83F1C-35B2-4BB9-96D9-9F957C46CE75}" dt="2021-10-10T14:12:19.562" v="7354" actId="478"/>
          <ac:spMkLst>
            <pc:docMk/>
            <pc:sldMk cId="1158794100" sldId="267"/>
            <ac:spMk id="31" creationId="{6499A7AD-B82C-413D-A72E-CD8F5A1607E1}"/>
          </ac:spMkLst>
        </pc:spChg>
        <pc:spChg chg="add del mod">
          <ac:chgData name="Jang Jaehoon" userId="966c597570e402b5" providerId="LiveId" clId="{17D83F1C-35B2-4BB9-96D9-9F957C46CE75}" dt="2021-10-10T14:12:14.938" v="7353" actId="478"/>
          <ac:spMkLst>
            <pc:docMk/>
            <pc:sldMk cId="1158794100" sldId="267"/>
            <ac:spMk id="32" creationId="{4ABED64A-C623-4551-A4DF-50D8C461C541}"/>
          </ac:spMkLst>
        </pc:spChg>
        <pc:spChg chg="add del mod">
          <ac:chgData name="Jang Jaehoon" userId="966c597570e402b5" providerId="LiveId" clId="{17D83F1C-35B2-4BB9-96D9-9F957C46CE75}" dt="2021-10-10T14:12:03.275" v="7350" actId="478"/>
          <ac:spMkLst>
            <pc:docMk/>
            <pc:sldMk cId="1158794100" sldId="267"/>
            <ac:spMk id="33" creationId="{448B3265-271A-4396-97FF-E1C15343C194}"/>
          </ac:spMkLst>
        </pc:spChg>
        <pc:spChg chg="add del mod">
          <ac:chgData name="Jang Jaehoon" userId="966c597570e402b5" providerId="LiveId" clId="{17D83F1C-35B2-4BB9-96D9-9F957C46CE75}" dt="2021-10-10T14:41:31.740" v="8108" actId="478"/>
          <ac:spMkLst>
            <pc:docMk/>
            <pc:sldMk cId="1158794100" sldId="267"/>
            <ac:spMk id="34" creationId="{B58FB338-5295-4F8A-96E4-0A05E20ADBB4}"/>
          </ac:spMkLst>
        </pc:spChg>
        <pc:spChg chg="add del mod">
          <ac:chgData name="Jang Jaehoon" userId="966c597570e402b5" providerId="LiveId" clId="{17D83F1C-35B2-4BB9-96D9-9F957C46CE75}" dt="2021-10-10T15:52:16.650" v="9435" actId="478"/>
          <ac:spMkLst>
            <pc:docMk/>
            <pc:sldMk cId="1158794100" sldId="267"/>
            <ac:spMk id="35" creationId="{5CFDD5E9-52BF-4057-80C5-9E5E3451F46A}"/>
          </ac:spMkLst>
        </pc:spChg>
        <pc:spChg chg="add del mod">
          <ac:chgData name="Jang Jaehoon" userId="966c597570e402b5" providerId="LiveId" clId="{17D83F1C-35B2-4BB9-96D9-9F957C46CE75}" dt="2021-10-10T15:52:16.650" v="9435" actId="478"/>
          <ac:spMkLst>
            <pc:docMk/>
            <pc:sldMk cId="1158794100" sldId="267"/>
            <ac:spMk id="36" creationId="{F0A5C1F6-5824-44ED-8274-76E2B62B3118}"/>
          </ac:spMkLst>
        </pc:spChg>
        <pc:spChg chg="add del mod">
          <ac:chgData name="Jang Jaehoon" userId="966c597570e402b5" providerId="LiveId" clId="{17D83F1C-35B2-4BB9-96D9-9F957C46CE75}" dt="2021-10-10T15:52:16.650" v="9435" actId="478"/>
          <ac:spMkLst>
            <pc:docMk/>
            <pc:sldMk cId="1158794100" sldId="267"/>
            <ac:spMk id="37" creationId="{A30B19BA-BD05-428F-8EE8-6518F9DFEDFC}"/>
          </ac:spMkLst>
        </pc:spChg>
        <pc:spChg chg="add del mod">
          <ac:chgData name="Jang Jaehoon" userId="966c597570e402b5" providerId="LiveId" clId="{17D83F1C-35B2-4BB9-96D9-9F957C46CE75}" dt="2021-10-10T14:12:03.275" v="7350" actId="478"/>
          <ac:spMkLst>
            <pc:docMk/>
            <pc:sldMk cId="1158794100" sldId="267"/>
            <ac:spMk id="38" creationId="{F2ACF0F1-0CB8-4217-978E-08950BC1F734}"/>
          </ac:spMkLst>
        </pc:spChg>
        <pc:spChg chg="add del mod">
          <ac:chgData name="Jang Jaehoon" userId="966c597570e402b5" providerId="LiveId" clId="{17D83F1C-35B2-4BB9-96D9-9F957C46CE75}" dt="2021-10-10T14:41:31.740" v="8108" actId="478"/>
          <ac:spMkLst>
            <pc:docMk/>
            <pc:sldMk cId="1158794100" sldId="267"/>
            <ac:spMk id="39" creationId="{EF82DAF1-B92F-4777-A78D-15B046A05A2E}"/>
          </ac:spMkLst>
        </pc:spChg>
        <pc:spChg chg="add del mod">
          <ac:chgData name="Jang Jaehoon" userId="966c597570e402b5" providerId="LiveId" clId="{17D83F1C-35B2-4BB9-96D9-9F957C46CE75}" dt="2021-10-10T15:55:53.471" v="9511" actId="478"/>
          <ac:spMkLst>
            <pc:docMk/>
            <pc:sldMk cId="1158794100" sldId="267"/>
            <ac:spMk id="40" creationId="{9E8358C8-EBBD-4FF2-A21C-3ACD9CE64DE9}"/>
          </ac:spMkLst>
        </pc:spChg>
        <pc:spChg chg="add del mod">
          <ac:chgData name="Jang Jaehoon" userId="966c597570e402b5" providerId="LiveId" clId="{17D83F1C-35B2-4BB9-96D9-9F957C46CE75}" dt="2021-10-10T15:55:53.471" v="9511" actId="478"/>
          <ac:spMkLst>
            <pc:docMk/>
            <pc:sldMk cId="1158794100" sldId="267"/>
            <ac:spMk id="41" creationId="{C0D26D03-9EAA-4271-BB32-367B6ECD4C2D}"/>
          </ac:spMkLst>
        </pc:spChg>
        <pc:spChg chg="add del mod">
          <ac:chgData name="Jang Jaehoon" userId="966c597570e402b5" providerId="LiveId" clId="{17D83F1C-35B2-4BB9-96D9-9F957C46CE75}" dt="2021-10-10T15:55:53.471" v="9511" actId="478"/>
          <ac:spMkLst>
            <pc:docMk/>
            <pc:sldMk cId="1158794100" sldId="267"/>
            <ac:spMk id="42" creationId="{26F91A45-72FA-4B9A-A53F-51C91E30DF46}"/>
          </ac:spMkLst>
        </pc:spChg>
        <pc:spChg chg="add del mod">
          <ac:chgData name="Jang Jaehoon" userId="966c597570e402b5" providerId="LiveId" clId="{17D83F1C-35B2-4BB9-96D9-9F957C46CE75}" dt="2021-10-10T15:55:53.471" v="9511" actId="478"/>
          <ac:spMkLst>
            <pc:docMk/>
            <pc:sldMk cId="1158794100" sldId="267"/>
            <ac:spMk id="43" creationId="{4E06C6B8-66E4-49FB-A17F-36DD2C191AF3}"/>
          </ac:spMkLst>
        </pc:spChg>
        <pc:spChg chg="add del mod">
          <ac:chgData name="Jang Jaehoon" userId="966c597570e402b5" providerId="LiveId" clId="{17D83F1C-35B2-4BB9-96D9-9F957C46CE75}" dt="2021-10-10T13:05:40.379" v="6899" actId="478"/>
          <ac:spMkLst>
            <pc:docMk/>
            <pc:sldMk cId="1158794100" sldId="267"/>
            <ac:spMk id="44" creationId="{8A835BF2-9074-4109-B5A6-D93E15FCF308}"/>
          </ac:spMkLst>
        </pc:spChg>
        <pc:spChg chg="add del mod">
          <ac:chgData name="Jang Jaehoon" userId="966c597570e402b5" providerId="LiveId" clId="{17D83F1C-35B2-4BB9-96D9-9F957C46CE75}" dt="2021-10-10T14:12:06.110" v="7351" actId="478"/>
          <ac:spMkLst>
            <pc:docMk/>
            <pc:sldMk cId="1158794100" sldId="267"/>
            <ac:spMk id="45" creationId="{59F49EC3-0CC3-4C87-BA62-490137B74D07}"/>
          </ac:spMkLst>
        </pc:spChg>
        <pc:spChg chg="add mod">
          <ac:chgData name="Jang Jaehoon" userId="966c597570e402b5" providerId="LiveId" clId="{17D83F1C-35B2-4BB9-96D9-9F957C46CE75}" dt="2021-10-10T14:11:27.935" v="7341" actId="571"/>
          <ac:spMkLst>
            <pc:docMk/>
            <pc:sldMk cId="1158794100" sldId="267"/>
            <ac:spMk id="46" creationId="{F9658E6C-0490-447E-BDA3-9FF61B363713}"/>
          </ac:spMkLst>
        </pc:spChg>
        <pc:spChg chg="add mod">
          <ac:chgData name="Jang Jaehoon" userId="966c597570e402b5" providerId="LiveId" clId="{17D83F1C-35B2-4BB9-96D9-9F957C46CE75}" dt="2021-10-10T14:11:27.935" v="7341" actId="571"/>
          <ac:spMkLst>
            <pc:docMk/>
            <pc:sldMk cId="1158794100" sldId="267"/>
            <ac:spMk id="47" creationId="{8B81827B-F25B-4768-AD1A-5E26317959A7}"/>
          </ac:spMkLst>
        </pc:spChg>
        <pc:spChg chg="add del mod">
          <ac:chgData name="Jang Jaehoon" userId="966c597570e402b5" providerId="LiveId" clId="{17D83F1C-35B2-4BB9-96D9-9F957C46CE75}" dt="2021-10-10T15:55:14.568" v="9508" actId="478"/>
          <ac:spMkLst>
            <pc:docMk/>
            <pc:sldMk cId="1158794100" sldId="267"/>
            <ac:spMk id="48" creationId="{3C0A590E-105B-4766-9870-2D1989BA8777}"/>
          </ac:spMkLst>
        </pc:spChg>
        <pc:graphicFrameChg chg="add del mod modGraphic">
          <ac:chgData name="Jang Jaehoon" userId="966c597570e402b5" providerId="LiveId" clId="{17D83F1C-35B2-4BB9-96D9-9F957C46CE75}" dt="2021-10-10T15:53:35.703" v="9445" actId="478"/>
          <ac:graphicFrameMkLst>
            <pc:docMk/>
            <pc:sldMk cId="1158794100" sldId="267"/>
            <ac:graphicFrameMk id="6" creationId="{03AB6A86-33F5-441F-BCA9-8A523E8E8B73}"/>
          </ac:graphicFrameMkLst>
        </pc:graphicFrameChg>
        <pc:graphicFrameChg chg="add mod modGraphic">
          <ac:chgData name="Jang Jaehoon" userId="966c597570e402b5" providerId="LiveId" clId="{17D83F1C-35B2-4BB9-96D9-9F957C46CE75}" dt="2021-10-10T15:56:04.535" v="9513" actId="1076"/>
          <ac:graphicFrameMkLst>
            <pc:docMk/>
            <pc:sldMk cId="1158794100" sldId="267"/>
            <ac:graphicFrameMk id="8" creationId="{4F4F0416-0E77-4010-9124-60188A79F0BC}"/>
          </ac:graphicFrameMkLst>
        </pc:graphicFrameChg>
        <pc:graphicFrameChg chg="add del mod modGraphic">
          <ac:chgData name="Jang Jaehoon" userId="966c597570e402b5" providerId="LiveId" clId="{17D83F1C-35B2-4BB9-96D9-9F957C46CE75}" dt="2021-10-10T15:57:57.258" v="9573" actId="478"/>
          <ac:graphicFrameMkLst>
            <pc:docMk/>
            <pc:sldMk cId="1158794100" sldId="267"/>
            <ac:graphicFrameMk id="14" creationId="{23265987-B68A-4EAA-8FBF-B60EE2A8828F}"/>
          </ac:graphicFrameMkLst>
        </pc:graphicFrameChg>
        <pc:graphicFrameChg chg="add mod modGraphic">
          <ac:chgData name="Jang Jaehoon" userId="966c597570e402b5" providerId="LiveId" clId="{17D83F1C-35B2-4BB9-96D9-9F957C46CE75}" dt="2021-10-10T16:00:58.891" v="9675" actId="1076"/>
          <ac:graphicFrameMkLst>
            <pc:docMk/>
            <pc:sldMk cId="1158794100" sldId="267"/>
            <ac:graphicFrameMk id="15" creationId="{DA25393D-3AC0-4FB4-AD2C-A4F853F6A47E}"/>
          </ac:graphicFrameMkLst>
        </pc:graphicFrameChg>
        <pc:graphicFrameChg chg="add del mod modGraphic">
          <ac:chgData name="Jang Jaehoon" userId="966c597570e402b5" providerId="LiveId" clId="{17D83F1C-35B2-4BB9-96D9-9F957C46CE75}" dt="2021-10-10T15:58:32.767" v="9580" actId="478"/>
          <ac:graphicFrameMkLst>
            <pc:docMk/>
            <pc:sldMk cId="1158794100" sldId="267"/>
            <ac:graphicFrameMk id="16" creationId="{DFEBC056-F314-4C50-9E02-99099E17EFAE}"/>
          </ac:graphicFrameMkLst>
        </pc:graphicFrameChg>
        <pc:graphicFrameChg chg="add del mod">
          <ac:chgData name="Jang Jaehoon" userId="966c597570e402b5" providerId="LiveId" clId="{17D83F1C-35B2-4BB9-96D9-9F957C46CE75}" dt="2021-10-10T15:58:57.182" v="9583" actId="478"/>
          <ac:graphicFrameMkLst>
            <pc:docMk/>
            <pc:sldMk cId="1158794100" sldId="267"/>
            <ac:graphicFrameMk id="19" creationId="{5BEE4C70-7633-49EE-A09C-D98C08BEBD43}"/>
          </ac:graphicFrameMkLst>
        </pc:graphicFrameChg>
        <pc:graphicFrameChg chg="add mod modGraphic">
          <ac:chgData name="Jang Jaehoon" userId="966c597570e402b5" providerId="LiveId" clId="{17D83F1C-35B2-4BB9-96D9-9F957C46CE75}" dt="2021-10-10T16:00:55.921" v="9674" actId="1076"/>
          <ac:graphicFrameMkLst>
            <pc:docMk/>
            <pc:sldMk cId="1158794100" sldId="267"/>
            <ac:graphicFrameMk id="20" creationId="{8CDACB03-0644-41B0-9DD4-E3E1AF683D72}"/>
          </ac:graphicFrameMkLst>
        </pc:graphicFrameChg>
      </pc:sldChg>
      <pc:sldChg chg="addSp delSp modSp add del mod">
        <pc:chgData name="Jang Jaehoon" userId="966c597570e402b5" providerId="LiveId" clId="{17D83F1C-35B2-4BB9-96D9-9F957C46CE75}" dt="2021-10-10T14:33:04.669" v="7856" actId="2696"/>
        <pc:sldMkLst>
          <pc:docMk/>
          <pc:sldMk cId="1923798848" sldId="268"/>
        </pc:sldMkLst>
        <pc:spChg chg="mod">
          <ac:chgData name="Jang Jaehoon" userId="966c597570e402b5" providerId="LiveId" clId="{17D83F1C-35B2-4BB9-96D9-9F957C46CE75}" dt="2021-10-09T16:49:34.110" v="2877" actId="14100"/>
          <ac:spMkLst>
            <pc:docMk/>
            <pc:sldMk cId="1923798848" sldId="268"/>
            <ac:spMk id="5" creationId="{5C39C6F6-F9C5-49D1-B072-76C2FC860495}"/>
          </ac:spMkLst>
        </pc:spChg>
        <pc:spChg chg="del mod">
          <ac:chgData name="Jang Jaehoon" userId="966c597570e402b5" providerId="LiveId" clId="{17D83F1C-35B2-4BB9-96D9-9F957C46CE75}" dt="2021-10-09T13:38:33.192" v="1338" actId="478"/>
          <ac:spMkLst>
            <pc:docMk/>
            <pc:sldMk cId="1923798848" sldId="268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10T13:05:44.641" v="6901" actId="478"/>
          <ac:spMkLst>
            <pc:docMk/>
            <pc:sldMk cId="1923798848" sldId="268"/>
            <ac:spMk id="8" creationId="{48F91804-DD18-4C32-84C4-95719B87077D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11" creationId="{99346E2B-17DE-411D-804A-B93F612A8017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12" creationId="{926DD836-25F7-4CE1-AFC1-3090DAAA5E36}"/>
          </ac:spMkLst>
        </pc:spChg>
        <pc:spChg chg="del mod">
          <ac:chgData name="Jang Jaehoon" userId="966c597570e402b5" providerId="LiveId" clId="{17D83F1C-35B2-4BB9-96D9-9F957C46CE75}" dt="2021-10-09T13:38:33.192" v="1338" actId="478"/>
          <ac:spMkLst>
            <pc:docMk/>
            <pc:sldMk cId="1923798848" sldId="268"/>
            <ac:spMk id="13" creationId="{4BBFA7FB-5A3A-42A4-91C6-641E3BC51D96}"/>
          </ac:spMkLst>
        </pc:spChg>
        <pc:spChg chg="del mod">
          <ac:chgData name="Jang Jaehoon" userId="966c597570e402b5" providerId="LiveId" clId="{17D83F1C-35B2-4BB9-96D9-9F957C46CE75}" dt="2021-10-09T13:38:33.192" v="1338" actId="478"/>
          <ac:spMkLst>
            <pc:docMk/>
            <pc:sldMk cId="1923798848" sldId="268"/>
            <ac:spMk id="14" creationId="{084A18BA-97B6-4017-BF59-4145BBE3736C}"/>
          </ac:spMkLst>
        </pc:spChg>
        <pc:spChg chg="del mod">
          <ac:chgData name="Jang Jaehoon" userId="966c597570e402b5" providerId="LiveId" clId="{17D83F1C-35B2-4BB9-96D9-9F957C46CE75}" dt="2021-10-09T13:38:33.192" v="1338" actId="478"/>
          <ac:spMkLst>
            <pc:docMk/>
            <pc:sldMk cId="1923798848" sldId="268"/>
            <ac:spMk id="15" creationId="{F9AD561F-23DD-4AA2-8DF3-124CFBDD8046}"/>
          </ac:spMkLst>
        </pc:spChg>
        <pc:spChg chg="del mod">
          <ac:chgData name="Jang Jaehoon" userId="966c597570e402b5" providerId="LiveId" clId="{17D83F1C-35B2-4BB9-96D9-9F957C46CE75}" dt="2021-10-09T13:38:33.192" v="1338" actId="478"/>
          <ac:spMkLst>
            <pc:docMk/>
            <pc:sldMk cId="1923798848" sldId="268"/>
            <ac:spMk id="17" creationId="{10E4BA11-6992-4A8C-B168-C19455678588}"/>
          </ac:spMkLst>
        </pc:spChg>
        <pc:spChg chg="add mod">
          <ac:chgData name="Jang Jaehoon" userId="966c597570e402b5" providerId="LiveId" clId="{17D83F1C-35B2-4BB9-96D9-9F957C46CE75}" dt="2021-10-10T13:05:44.971" v="6902"/>
          <ac:spMkLst>
            <pc:docMk/>
            <pc:sldMk cId="1923798848" sldId="268"/>
            <ac:spMk id="18" creationId="{16FA8CD1-E289-4863-A294-2C5EA3E420AE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25" creationId="{4D24C82F-E476-4791-9D3D-058F03280DEF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26" creationId="{EB4AB1F6-F6DC-493C-9691-303E236CD654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27" creationId="{7AB0BFA1-6DC8-4DF4-AD1E-51C266DA70A3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28" creationId="{2AC79B52-4598-4366-AF0D-D8C333CB6214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29" creationId="{2B75E1BF-A351-4C76-BC0F-4AB05F4AF3F1}"/>
          </ac:spMkLst>
        </pc:spChg>
        <pc:spChg chg="del mod">
          <ac:chgData name="Jang Jaehoon" userId="966c597570e402b5" providerId="LiveId" clId="{17D83F1C-35B2-4BB9-96D9-9F957C46CE75}" dt="2021-10-10T14:32:54.613" v="7855" actId="478"/>
          <ac:spMkLst>
            <pc:docMk/>
            <pc:sldMk cId="1923798848" sldId="268"/>
            <ac:spMk id="30" creationId="{CEDF8625-2389-4566-BBA7-7F5D0D505688}"/>
          </ac:spMkLst>
        </pc:spChg>
        <pc:graphicFrameChg chg="add del mod">
          <ac:chgData name="Jang Jaehoon" userId="966c597570e402b5" providerId="LiveId" clId="{17D83F1C-35B2-4BB9-96D9-9F957C46CE75}" dt="2021-10-10T14:32:54.613" v="7855" actId="478"/>
          <ac:graphicFrameMkLst>
            <pc:docMk/>
            <pc:sldMk cId="1923798848" sldId="268"/>
            <ac:graphicFrameMk id="4" creationId="{1839FFD8-7090-4AB5-866E-A5FFB461CD88}"/>
          </ac:graphicFrameMkLst>
        </pc:graphicFrameChg>
        <pc:graphicFrameChg chg="add del mod modGraphic">
          <ac:chgData name="Jang Jaehoon" userId="966c597570e402b5" providerId="LiveId" clId="{17D83F1C-35B2-4BB9-96D9-9F957C46CE75}" dt="2021-10-09T13:39:52.159" v="1348" actId="478"/>
          <ac:graphicFrameMkLst>
            <pc:docMk/>
            <pc:sldMk cId="1923798848" sldId="268"/>
            <ac:graphicFrameMk id="9" creationId="{6551F503-5D2E-4407-99AA-06A0B2A2F647}"/>
          </ac:graphicFrameMkLst>
        </pc:graphicFrameChg>
        <pc:graphicFrameChg chg="add del mod">
          <ac:chgData name="Jang Jaehoon" userId="966c597570e402b5" providerId="LiveId" clId="{17D83F1C-35B2-4BB9-96D9-9F957C46CE75}" dt="2021-10-10T14:32:54.613" v="7855" actId="478"/>
          <ac:graphicFrameMkLst>
            <pc:docMk/>
            <pc:sldMk cId="1923798848" sldId="268"/>
            <ac:graphicFrameMk id="19" creationId="{97CB9613-8BAA-4736-B91F-2E2222BF3851}"/>
          </ac:graphicFrameMkLst>
        </pc:graphicFrameChg>
      </pc:sldChg>
      <pc:sldChg chg="addSp delSp modSp add mod ord">
        <pc:chgData name="Jang Jaehoon" userId="966c597570e402b5" providerId="LiveId" clId="{17D83F1C-35B2-4BB9-96D9-9F957C46CE75}" dt="2021-10-10T16:39:13.896" v="10279" actId="21"/>
        <pc:sldMkLst>
          <pc:docMk/>
          <pc:sldMk cId="788670387" sldId="269"/>
        </pc:sldMkLst>
        <pc:spChg chg="mod">
          <ac:chgData name="Jang Jaehoon" userId="966c597570e402b5" providerId="LiveId" clId="{17D83F1C-35B2-4BB9-96D9-9F957C46CE75}" dt="2021-10-10T14:35:15.579" v="8036"/>
          <ac:spMkLst>
            <pc:docMk/>
            <pc:sldMk cId="788670387" sldId="269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4:39:33.398" v="8105" actId="1076"/>
          <ac:spMkLst>
            <pc:docMk/>
            <pc:sldMk cId="788670387" sldId="269"/>
            <ac:spMk id="6" creationId="{D381C734-8EE2-4F55-8D29-C6FF10DD80E1}"/>
          </ac:spMkLst>
        </pc:spChg>
        <pc:spChg chg="del">
          <ac:chgData name="Jang Jaehoon" userId="966c597570e402b5" providerId="LiveId" clId="{17D83F1C-35B2-4BB9-96D9-9F957C46CE75}" dt="2021-10-10T13:05:49.113" v="6903" actId="478"/>
          <ac:spMkLst>
            <pc:docMk/>
            <pc:sldMk cId="788670387" sldId="269"/>
            <ac:spMk id="8" creationId="{48F91804-DD18-4C32-84C4-95719B87077D}"/>
          </ac:spMkLst>
        </pc:spChg>
        <pc:spChg chg="mod">
          <ac:chgData name="Jang Jaehoon" userId="966c597570e402b5" providerId="LiveId" clId="{17D83F1C-35B2-4BB9-96D9-9F957C46CE75}" dt="2021-10-10T14:35:34.988" v="8079" actId="14100"/>
          <ac:spMkLst>
            <pc:docMk/>
            <pc:sldMk cId="788670387" sldId="269"/>
            <ac:spMk id="11" creationId="{99346E2B-17DE-411D-804A-B93F612A8017}"/>
          </ac:spMkLst>
        </pc:spChg>
        <pc:spChg chg="add mod">
          <ac:chgData name="Jang Jaehoon" userId="966c597570e402b5" providerId="LiveId" clId="{17D83F1C-35B2-4BB9-96D9-9F957C46CE75}" dt="2021-10-10T13:05:49.487" v="6904"/>
          <ac:spMkLst>
            <pc:docMk/>
            <pc:sldMk cId="788670387" sldId="269"/>
            <ac:spMk id="12" creationId="{73EB779A-B013-46DF-A402-F9F50DDDD18B}"/>
          </ac:spMkLst>
        </pc:spChg>
        <pc:spChg chg="del">
          <ac:chgData name="Jang Jaehoon" userId="966c597570e402b5" providerId="LiveId" clId="{17D83F1C-35B2-4BB9-96D9-9F957C46CE75}" dt="2021-10-09T13:41:47.513" v="1393" actId="478"/>
          <ac:spMkLst>
            <pc:docMk/>
            <pc:sldMk cId="788670387" sldId="269"/>
            <ac:spMk id="12" creationId="{926DD836-25F7-4CE1-AFC1-3090DAAA5E36}"/>
          </ac:spMkLst>
        </pc:spChg>
        <pc:spChg chg="add del mod">
          <ac:chgData name="Jang Jaehoon" userId="966c597570e402b5" providerId="LiveId" clId="{17D83F1C-35B2-4BB9-96D9-9F957C46CE75}" dt="2021-10-10T16:33:13.235" v="10047" actId="478"/>
          <ac:spMkLst>
            <pc:docMk/>
            <pc:sldMk cId="788670387" sldId="269"/>
            <ac:spMk id="13" creationId="{751E141F-5B76-4230-B663-54AF09BA98FB}"/>
          </ac:spMkLst>
        </pc:spChg>
        <pc:spChg chg="add del mod">
          <ac:chgData name="Jang Jaehoon" userId="966c597570e402b5" providerId="LiveId" clId="{17D83F1C-35B2-4BB9-96D9-9F957C46CE75}" dt="2021-10-09T14:07:23.405" v="2280" actId="478"/>
          <ac:spMkLst>
            <pc:docMk/>
            <pc:sldMk cId="788670387" sldId="269"/>
            <ac:spMk id="14" creationId="{23B11EC1-E2C4-4789-868A-EE658757427A}"/>
          </ac:spMkLst>
        </pc:spChg>
        <pc:spChg chg="add del mod">
          <ac:chgData name="Jang Jaehoon" userId="966c597570e402b5" providerId="LiveId" clId="{17D83F1C-35B2-4BB9-96D9-9F957C46CE75}" dt="2021-10-10T16:33:13.235" v="10047" actId="478"/>
          <ac:spMkLst>
            <pc:docMk/>
            <pc:sldMk cId="788670387" sldId="269"/>
            <ac:spMk id="14" creationId="{2C0F04B7-0AC4-4FEE-845C-52CB0E9236F2}"/>
          </ac:spMkLst>
        </pc:spChg>
        <pc:spChg chg="add del mod">
          <ac:chgData name="Jang Jaehoon" userId="966c597570e402b5" providerId="LiveId" clId="{17D83F1C-35B2-4BB9-96D9-9F957C46CE75}" dt="2021-10-09T14:07:30.877" v="2282" actId="478"/>
          <ac:spMkLst>
            <pc:docMk/>
            <pc:sldMk cId="788670387" sldId="269"/>
            <ac:spMk id="15" creationId="{3AD263DD-497D-4622-885E-9B99553EBEE5}"/>
          </ac:spMkLst>
        </pc:spChg>
        <pc:spChg chg="add del mod">
          <ac:chgData name="Jang Jaehoon" userId="966c597570e402b5" providerId="LiveId" clId="{17D83F1C-35B2-4BB9-96D9-9F957C46CE75}" dt="2021-10-10T16:33:13.235" v="10047" actId="478"/>
          <ac:spMkLst>
            <pc:docMk/>
            <pc:sldMk cId="788670387" sldId="269"/>
            <ac:spMk id="15" creationId="{8CD4F258-AE27-4132-A0B6-3D9F5FDC444F}"/>
          </ac:spMkLst>
        </pc:spChg>
        <pc:spChg chg="del mod">
          <ac:chgData name="Jang Jaehoon" userId="966c597570e402b5" providerId="LiveId" clId="{17D83F1C-35B2-4BB9-96D9-9F957C46CE75}" dt="2021-10-10T14:38:00.798" v="8102" actId="478"/>
          <ac:spMkLst>
            <pc:docMk/>
            <pc:sldMk cId="788670387" sldId="269"/>
            <ac:spMk id="16" creationId="{E0889025-FFD1-49E6-B855-36C6A31C7D81}"/>
          </ac:spMkLst>
        </pc:spChg>
        <pc:spChg chg="add del mod">
          <ac:chgData name="Jang Jaehoon" userId="966c597570e402b5" providerId="LiveId" clId="{17D83F1C-35B2-4BB9-96D9-9F957C46CE75}" dt="2021-10-10T16:33:13.235" v="10047" actId="478"/>
          <ac:spMkLst>
            <pc:docMk/>
            <pc:sldMk cId="788670387" sldId="269"/>
            <ac:spMk id="17" creationId="{03C05DE7-2B9C-42B0-A3F0-5FC5BBDCF5CA}"/>
          </ac:spMkLst>
        </pc:spChg>
        <pc:spChg chg="add mod">
          <ac:chgData name="Jang Jaehoon" userId="966c597570e402b5" providerId="LiveId" clId="{17D83F1C-35B2-4BB9-96D9-9F957C46CE75}" dt="2021-10-10T16:37:33.415" v="10171"/>
          <ac:spMkLst>
            <pc:docMk/>
            <pc:sldMk cId="788670387" sldId="269"/>
            <ac:spMk id="18" creationId="{1A29F89C-D8F9-4CDE-9FF1-BE9B73672426}"/>
          </ac:spMkLst>
        </pc:spChg>
        <pc:spChg chg="add del mod">
          <ac:chgData name="Jang Jaehoon" userId="966c597570e402b5" providerId="LiveId" clId="{17D83F1C-35B2-4BB9-96D9-9F957C46CE75}" dt="2021-10-10T16:35:01.753" v="10054" actId="478"/>
          <ac:spMkLst>
            <pc:docMk/>
            <pc:sldMk cId="788670387" sldId="269"/>
            <ac:spMk id="19" creationId="{F8D48CE3-CEAE-4E78-9361-825CA32CADEF}"/>
          </ac:spMkLst>
        </pc:spChg>
        <pc:spChg chg="del">
          <ac:chgData name="Jang Jaehoon" userId="966c597570e402b5" providerId="LiveId" clId="{17D83F1C-35B2-4BB9-96D9-9F957C46CE75}" dt="2021-10-09T13:41:47.513" v="1393" actId="478"/>
          <ac:spMkLst>
            <pc:docMk/>
            <pc:sldMk cId="788670387" sldId="269"/>
            <ac:spMk id="20" creationId="{49632630-D923-487D-991A-F40D60AFDDEF}"/>
          </ac:spMkLst>
        </pc:spChg>
        <pc:spChg chg="add del mod">
          <ac:chgData name="Jang Jaehoon" userId="966c597570e402b5" providerId="LiveId" clId="{17D83F1C-35B2-4BB9-96D9-9F957C46CE75}" dt="2021-10-10T16:35:01.753" v="10054" actId="478"/>
          <ac:spMkLst>
            <pc:docMk/>
            <pc:sldMk cId="788670387" sldId="269"/>
            <ac:spMk id="20" creationId="{5C4368AB-501E-4C9C-A6AF-D48B0A3B4828}"/>
          </ac:spMkLst>
        </pc:spChg>
        <pc:spChg chg="add del mod">
          <ac:chgData name="Jang Jaehoon" userId="966c597570e402b5" providerId="LiveId" clId="{17D83F1C-35B2-4BB9-96D9-9F957C46CE75}" dt="2021-10-10T16:35:01.753" v="10054" actId="478"/>
          <ac:spMkLst>
            <pc:docMk/>
            <pc:sldMk cId="788670387" sldId="269"/>
            <ac:spMk id="21" creationId="{B312E3BF-0B65-4F24-B602-FD9C92A3F800}"/>
          </ac:spMkLst>
        </pc:spChg>
        <pc:spChg chg="add mod">
          <ac:chgData name="Jang Jaehoon" userId="966c597570e402b5" providerId="LiveId" clId="{17D83F1C-35B2-4BB9-96D9-9F957C46CE75}" dt="2021-10-10T16:36:16.265" v="10088" actId="1076"/>
          <ac:spMkLst>
            <pc:docMk/>
            <pc:sldMk cId="788670387" sldId="269"/>
            <ac:spMk id="22" creationId="{19E99AEE-48C4-4CDE-AEDA-AE6B8797FDEE}"/>
          </ac:spMkLst>
        </pc:spChg>
        <pc:spChg chg="del">
          <ac:chgData name="Jang Jaehoon" userId="966c597570e402b5" providerId="LiveId" clId="{17D83F1C-35B2-4BB9-96D9-9F957C46CE75}" dt="2021-10-09T13:41:47.513" v="1393" actId="478"/>
          <ac:spMkLst>
            <pc:docMk/>
            <pc:sldMk cId="788670387" sldId="269"/>
            <ac:spMk id="22" creationId="{628A2E7F-5EDD-48D5-A9DA-6EA7D116DE02}"/>
          </ac:spMkLst>
        </pc:spChg>
        <pc:spChg chg="add del mod">
          <ac:chgData name="Jang Jaehoon" userId="966c597570e402b5" providerId="LiveId" clId="{17D83F1C-35B2-4BB9-96D9-9F957C46CE75}" dt="2021-10-10T16:36:29.418" v="10090" actId="478"/>
          <ac:spMkLst>
            <pc:docMk/>
            <pc:sldMk cId="788670387" sldId="269"/>
            <ac:spMk id="23" creationId="{C71D99AD-7AB0-486B-994B-E53A48DD00D2}"/>
          </ac:spMkLst>
        </pc:spChg>
        <pc:spChg chg="add mod">
          <ac:chgData name="Jang Jaehoon" userId="966c597570e402b5" providerId="LiveId" clId="{17D83F1C-35B2-4BB9-96D9-9F957C46CE75}" dt="2021-10-10T16:37:41.421" v="10199"/>
          <ac:spMkLst>
            <pc:docMk/>
            <pc:sldMk cId="788670387" sldId="269"/>
            <ac:spMk id="24" creationId="{8CF82CEE-0D51-48DF-B104-A4C34314EE59}"/>
          </ac:spMkLst>
        </pc:spChg>
        <pc:spChg chg="add mod">
          <ac:chgData name="Jang Jaehoon" userId="966c597570e402b5" providerId="LiveId" clId="{17D83F1C-35B2-4BB9-96D9-9F957C46CE75}" dt="2021-10-10T16:37:56.861" v="10252"/>
          <ac:spMkLst>
            <pc:docMk/>
            <pc:sldMk cId="788670387" sldId="269"/>
            <ac:spMk id="25" creationId="{B0CE2A65-A9A6-417E-A868-065CD779740A}"/>
          </ac:spMkLst>
        </pc:spChg>
        <pc:spChg chg="add mod">
          <ac:chgData name="Jang Jaehoon" userId="966c597570e402b5" providerId="LiveId" clId="{17D83F1C-35B2-4BB9-96D9-9F957C46CE75}" dt="2021-10-10T16:38:01.822" v="10267"/>
          <ac:spMkLst>
            <pc:docMk/>
            <pc:sldMk cId="788670387" sldId="269"/>
            <ac:spMk id="26" creationId="{5126CDB0-28BD-4525-97B1-87D6D6265C04}"/>
          </ac:spMkLst>
        </pc:spChg>
        <pc:spChg chg="add mod">
          <ac:chgData name="Jang Jaehoon" userId="966c597570e402b5" providerId="LiveId" clId="{17D83F1C-35B2-4BB9-96D9-9F957C46CE75}" dt="2021-10-10T16:38:11.054" v="10276" actId="20577"/>
          <ac:spMkLst>
            <pc:docMk/>
            <pc:sldMk cId="788670387" sldId="269"/>
            <ac:spMk id="27" creationId="{AEE241D6-5E64-4CF4-8E4C-B507A49BB711}"/>
          </ac:spMkLst>
        </pc:spChg>
        <pc:graphicFrameChg chg="add del mod">
          <ac:chgData name="Jang Jaehoon" userId="966c597570e402b5" providerId="LiveId" clId="{17D83F1C-35B2-4BB9-96D9-9F957C46CE75}" dt="2021-10-10T16:39:13.896" v="10279" actId="21"/>
          <ac:graphicFrameMkLst>
            <pc:docMk/>
            <pc:sldMk cId="788670387" sldId="269"/>
            <ac:graphicFrameMk id="9" creationId="{1F3920C8-32BA-425F-814C-6C7CA375E701}"/>
          </ac:graphicFrameMkLst>
        </pc:graphicFrameChg>
      </pc:sldChg>
      <pc:sldChg chg="modSp add del mod">
        <pc:chgData name="Jang Jaehoon" userId="966c597570e402b5" providerId="LiveId" clId="{17D83F1C-35B2-4BB9-96D9-9F957C46CE75}" dt="2021-10-09T13:47:34.527" v="1528" actId="2696"/>
        <pc:sldMkLst>
          <pc:docMk/>
          <pc:sldMk cId="1750288791" sldId="270"/>
        </pc:sldMkLst>
        <pc:spChg chg="mod">
          <ac:chgData name="Jang Jaehoon" userId="966c597570e402b5" providerId="LiveId" clId="{17D83F1C-35B2-4BB9-96D9-9F957C46CE75}" dt="2021-10-09T13:43:14.229" v="1509" actId="404"/>
          <ac:spMkLst>
            <pc:docMk/>
            <pc:sldMk cId="1750288791" sldId="270"/>
            <ac:spMk id="13" creationId="{751E141F-5B76-4230-B663-54AF09BA98FB}"/>
          </ac:spMkLst>
        </pc:spChg>
      </pc:sldChg>
      <pc:sldChg chg="addSp delSp modSp add del mod ord">
        <pc:chgData name="Jang Jaehoon" userId="966c597570e402b5" providerId="LiveId" clId="{17D83F1C-35B2-4BB9-96D9-9F957C46CE75}" dt="2021-10-10T13:17:26.049" v="7262" actId="2696"/>
        <pc:sldMkLst>
          <pc:docMk/>
          <pc:sldMk cId="2458638067" sldId="271"/>
        </pc:sldMkLst>
        <pc:spChg chg="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6" creationId="{82CC92AE-7231-4033-B274-6FA935B1B85C}"/>
          </ac:spMkLst>
        </pc:spChg>
        <pc:spChg chg="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7" creationId="{15E82F9E-A004-4517-B81D-1F4D0C2B7F66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8" creationId="{1D8839E3-B4FC-4F63-9E8C-7352A7A998E3}"/>
          </ac:spMkLst>
        </pc:spChg>
        <pc:spChg chg="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9" creationId="{FED1B84C-78E6-4B0F-AFE9-6E6D97D006D2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0" creationId="{DB4232CA-DA30-4E12-A59C-FB854D466564}"/>
          </ac:spMkLst>
        </pc:spChg>
        <pc:spChg chg="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2" creationId="{B680EFC9-5C36-4251-A907-CBF929DBD702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3" creationId="{DD4DE3DB-9AEF-4F49-B46C-6B4A05E26EA0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4" creationId="{9C30E3A7-2E61-4F9F-8767-AFCD548855F4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5" creationId="{6A07A04B-F3CA-44EE-8D93-37EC527095A4}"/>
          </ac:spMkLst>
        </pc:spChg>
        <pc:spChg chg="add del mod">
          <ac:chgData name="Jang Jaehoon" userId="966c597570e402b5" providerId="LiveId" clId="{17D83F1C-35B2-4BB9-96D9-9F957C46CE75}" dt="2021-10-09T14:08:28.706" v="2284" actId="478"/>
          <ac:spMkLst>
            <pc:docMk/>
            <pc:sldMk cId="2458638067" sldId="271"/>
            <ac:spMk id="16" creationId="{17568E1D-F2FC-4D69-87C5-B3E5BDA27EC9}"/>
          </ac:spMkLst>
        </pc:spChg>
        <pc:spChg chg="add mod">
          <ac:chgData name="Jang Jaehoon" userId="966c597570e402b5" providerId="LiveId" clId="{17D83F1C-35B2-4BB9-96D9-9F957C46CE75}" dt="2021-10-09T14:09:35.526" v="2336" actId="20577"/>
          <ac:spMkLst>
            <pc:docMk/>
            <pc:sldMk cId="2458638067" sldId="271"/>
            <ac:spMk id="17" creationId="{D1DC0F91-05F9-4247-B335-DF5E0C79A4C1}"/>
          </ac:spMkLst>
        </pc:spChg>
        <pc:spChg chg="add mod">
          <ac:chgData name="Jang Jaehoon" userId="966c597570e402b5" providerId="LiveId" clId="{17D83F1C-35B2-4BB9-96D9-9F957C46CE75}" dt="2021-10-09T14:08:34.415" v="2286"/>
          <ac:spMkLst>
            <pc:docMk/>
            <pc:sldMk cId="2458638067" sldId="271"/>
            <ac:spMk id="18" creationId="{9D0890B6-E6D6-451C-B3D1-E174622ADC3D}"/>
          </ac:spMkLst>
        </pc:spChg>
        <pc:spChg chg="add del mod">
          <ac:chgData name="Jang Jaehoon" userId="966c597570e402b5" providerId="LiveId" clId="{17D83F1C-35B2-4BB9-96D9-9F957C46CE75}" dt="2021-10-09T14:14:22.014" v="2593" actId="478"/>
          <ac:spMkLst>
            <pc:docMk/>
            <pc:sldMk cId="2458638067" sldId="271"/>
            <ac:spMk id="19" creationId="{C8728C1D-F63A-4759-8040-77A754940088}"/>
          </ac:spMkLst>
        </pc:spChg>
        <pc:spChg chg="add mod">
          <ac:chgData name="Jang Jaehoon" userId="966c597570e402b5" providerId="LiveId" clId="{17D83F1C-35B2-4BB9-96D9-9F957C46CE75}" dt="2021-10-09T14:08:34.415" v="2286"/>
          <ac:spMkLst>
            <pc:docMk/>
            <pc:sldMk cId="2458638067" sldId="271"/>
            <ac:spMk id="20" creationId="{061C8054-8DA8-4B75-8250-87D231313977}"/>
          </ac:spMkLst>
        </pc:spChg>
        <pc:spChg chg="add mod">
          <ac:chgData name="Jang Jaehoon" userId="966c597570e402b5" providerId="LiveId" clId="{17D83F1C-35B2-4BB9-96D9-9F957C46CE75}" dt="2021-10-09T14:08:34.415" v="2286"/>
          <ac:spMkLst>
            <pc:docMk/>
            <pc:sldMk cId="2458638067" sldId="271"/>
            <ac:spMk id="21" creationId="{CFD66655-16D3-483E-B46B-150B5DDCB78B}"/>
          </ac:spMkLst>
        </pc:spChg>
        <pc:spChg chg="add mod">
          <ac:chgData name="Jang Jaehoon" userId="966c597570e402b5" providerId="LiveId" clId="{17D83F1C-35B2-4BB9-96D9-9F957C46CE75}" dt="2021-10-09T14:14:32.352" v="2594" actId="1076"/>
          <ac:spMkLst>
            <pc:docMk/>
            <pc:sldMk cId="2458638067" sldId="271"/>
            <ac:spMk id="22" creationId="{7252EE92-A170-4F46-9C6A-250A6A360FBD}"/>
          </ac:spMkLst>
        </pc:spChg>
        <pc:spChg chg="add del mod">
          <ac:chgData name="Jang Jaehoon" userId="966c597570e402b5" providerId="LiveId" clId="{17D83F1C-35B2-4BB9-96D9-9F957C46CE75}" dt="2021-10-09T14:10:23.834" v="2445" actId="478"/>
          <ac:spMkLst>
            <pc:docMk/>
            <pc:sldMk cId="2458638067" sldId="271"/>
            <ac:spMk id="23" creationId="{7FCE7328-81BE-4308-9CC8-609EBB82EEEB}"/>
          </ac:spMkLst>
        </pc:spChg>
        <pc:spChg chg="add mod">
          <ac:chgData name="Jang Jaehoon" userId="966c597570e402b5" providerId="LiveId" clId="{17D83F1C-35B2-4BB9-96D9-9F957C46CE75}" dt="2021-10-09T14:25:10.463" v="2613" actId="1076"/>
          <ac:spMkLst>
            <pc:docMk/>
            <pc:sldMk cId="2458638067" sldId="271"/>
            <ac:spMk id="24" creationId="{249FB82E-EE80-4B17-8915-EF257ED65951}"/>
          </ac:spMkLst>
        </pc:spChg>
        <pc:spChg chg="add mod">
          <ac:chgData name="Jang Jaehoon" userId="966c597570e402b5" providerId="LiveId" clId="{17D83F1C-35B2-4BB9-96D9-9F957C46CE75}" dt="2021-10-09T14:25:10.463" v="2613" actId="1076"/>
          <ac:spMkLst>
            <pc:docMk/>
            <pc:sldMk cId="2458638067" sldId="271"/>
            <ac:spMk id="25" creationId="{44B7D6FF-4EC4-41BD-A17C-7DB08278074A}"/>
          </ac:spMkLst>
        </pc:spChg>
        <pc:spChg chg="add mod">
          <ac:chgData name="Jang Jaehoon" userId="966c597570e402b5" providerId="LiveId" clId="{17D83F1C-35B2-4BB9-96D9-9F957C46CE75}" dt="2021-10-10T13:16:41.961" v="7253" actId="11"/>
          <ac:spMkLst>
            <pc:docMk/>
            <pc:sldMk cId="2458638067" sldId="271"/>
            <ac:spMk id="26" creationId="{E6F637A5-0730-4319-84E4-D88220FE21DB}"/>
          </ac:spMkLst>
        </pc:spChg>
        <pc:spChg chg="add mod">
          <ac:chgData name="Jang Jaehoon" userId="966c597570e402b5" providerId="LiveId" clId="{17D83F1C-35B2-4BB9-96D9-9F957C46CE75}" dt="2021-10-09T14:51:34.853" v="2696" actId="404"/>
          <ac:spMkLst>
            <pc:docMk/>
            <pc:sldMk cId="2458638067" sldId="271"/>
            <ac:spMk id="27" creationId="{B0CEEDAC-5E90-4197-83FA-BAB4AC540846}"/>
          </ac:spMkLst>
        </pc:spChg>
        <pc:spChg chg="add mod">
          <ac:chgData name="Jang Jaehoon" userId="966c597570e402b5" providerId="LiveId" clId="{17D83F1C-35B2-4BB9-96D9-9F957C46CE75}" dt="2021-10-09T14:51:34.853" v="2696" actId="404"/>
          <ac:spMkLst>
            <pc:docMk/>
            <pc:sldMk cId="2458638067" sldId="271"/>
            <ac:spMk id="28" creationId="{47552745-373B-4C5F-85D9-BD6C1095BA0A}"/>
          </ac:spMkLst>
        </pc:spChg>
      </pc:sldChg>
      <pc:sldChg chg="addSp delSp modSp add del mod">
        <pc:chgData name="Jang Jaehoon" userId="966c597570e402b5" providerId="LiveId" clId="{17D83F1C-35B2-4BB9-96D9-9F957C46CE75}" dt="2021-10-10T14:49:54.282" v="8204" actId="2696"/>
        <pc:sldMkLst>
          <pc:docMk/>
          <pc:sldMk cId="661981929" sldId="272"/>
        </pc:sldMkLst>
        <pc:spChg chg="del mod">
          <ac:chgData name="Jang Jaehoon" userId="966c597570e402b5" providerId="LiveId" clId="{17D83F1C-35B2-4BB9-96D9-9F957C46CE75}" dt="2021-10-09T14:11:25.800" v="2448" actId="478"/>
          <ac:spMkLst>
            <pc:docMk/>
            <pc:sldMk cId="661981929" sldId="272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09T14:11:25.800" v="2448" actId="478"/>
          <ac:spMkLst>
            <pc:docMk/>
            <pc:sldMk cId="661981929" sldId="272"/>
            <ac:spMk id="6" creationId="{55EB0244-164C-4C6A-8BF5-90F351058EFE}"/>
          </ac:spMkLst>
        </pc:spChg>
        <pc:spChg chg="del">
          <ac:chgData name="Jang Jaehoon" userId="966c597570e402b5" providerId="LiveId" clId="{17D83F1C-35B2-4BB9-96D9-9F957C46CE75}" dt="2021-10-09T14:11:25.800" v="2448" actId="478"/>
          <ac:spMkLst>
            <pc:docMk/>
            <pc:sldMk cId="661981929" sldId="272"/>
            <ac:spMk id="7" creationId="{15E82F9E-A004-4517-B81D-1F4D0C2B7F66}"/>
          </ac:spMkLst>
        </pc:spChg>
        <pc:spChg chg="add mod">
          <ac:chgData name="Jang Jaehoon" userId="966c597570e402b5" providerId="LiveId" clId="{17D83F1C-35B2-4BB9-96D9-9F957C46CE75}" dt="2021-10-10T14:49:30.448" v="8203"/>
          <ac:spMkLst>
            <pc:docMk/>
            <pc:sldMk cId="661981929" sldId="272"/>
            <ac:spMk id="8" creationId="{09E560CD-3B3A-496D-9E86-7787FE664F25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8" creationId="{DEFCA881-EA80-4426-90E3-55B98090CDEE}"/>
          </ac:spMkLst>
        </pc:spChg>
        <pc:spChg chg="del mod">
          <ac:chgData name="Jang Jaehoon" userId="966c597570e402b5" providerId="LiveId" clId="{17D83F1C-35B2-4BB9-96D9-9F957C46CE75}" dt="2021-10-09T14:07:06.353" v="2276" actId="478"/>
          <ac:spMkLst>
            <pc:docMk/>
            <pc:sldMk cId="661981929" sldId="272"/>
            <ac:spMk id="9" creationId="{FED1B84C-78E6-4B0F-AFE9-6E6D97D006D2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10" creationId="{07C4E64F-CCBE-4A7C-A21B-FE2766BE7AD1}"/>
          </ac:spMkLst>
        </pc:spChg>
        <pc:spChg chg="del">
          <ac:chgData name="Jang Jaehoon" userId="966c597570e402b5" providerId="LiveId" clId="{17D83F1C-35B2-4BB9-96D9-9F957C46CE75}" dt="2021-10-09T14:11:25.800" v="2448" actId="478"/>
          <ac:spMkLst>
            <pc:docMk/>
            <pc:sldMk cId="661981929" sldId="272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12" creationId="{269031B0-5380-44F0-A5C5-56CDE20B77A8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13" creationId="{6123A3AB-4C98-4D26-BA58-7A70E58BF042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14" creationId="{BB19CD9B-147D-4E70-BC3E-8FBDF5061220}"/>
          </ac:spMkLst>
        </pc:spChg>
        <pc:spChg chg="add del mod">
          <ac:chgData name="Jang Jaehoon" userId="966c597570e402b5" providerId="LiveId" clId="{17D83F1C-35B2-4BB9-96D9-9F957C46CE75}" dt="2021-10-09T14:11:23.191" v="2447" actId="478"/>
          <ac:spMkLst>
            <pc:docMk/>
            <pc:sldMk cId="661981929" sldId="272"/>
            <ac:spMk id="15" creationId="{3F53467D-6DEB-4461-AAB6-11D86852207C}"/>
          </ac:spMkLst>
        </pc:spChg>
        <pc:spChg chg="add del mod">
          <ac:chgData name="Jang Jaehoon" userId="966c597570e402b5" providerId="LiveId" clId="{17D83F1C-35B2-4BB9-96D9-9F957C46CE75}" dt="2021-10-09T14:54:33.087" v="2700" actId="478"/>
          <ac:spMkLst>
            <pc:docMk/>
            <pc:sldMk cId="661981929" sldId="272"/>
            <ac:spMk id="16" creationId="{C2A0FF9A-C501-49C0-9203-F6915785492D}"/>
          </ac:spMkLst>
        </pc:spChg>
        <pc:spChg chg="add mod">
          <ac:chgData name="Jang Jaehoon" userId="966c597570e402b5" providerId="LiveId" clId="{17D83F1C-35B2-4BB9-96D9-9F957C46CE75}" dt="2021-10-09T14:11:26.974" v="2449"/>
          <ac:spMkLst>
            <pc:docMk/>
            <pc:sldMk cId="661981929" sldId="272"/>
            <ac:spMk id="17" creationId="{B754DC3E-701E-4B22-80BD-944FB96D49ED}"/>
          </ac:spMkLst>
        </pc:spChg>
        <pc:spChg chg="add mod">
          <ac:chgData name="Jang Jaehoon" userId="966c597570e402b5" providerId="LiveId" clId="{17D83F1C-35B2-4BB9-96D9-9F957C46CE75}" dt="2021-10-09T14:56:41.533" v="2777" actId="21"/>
          <ac:spMkLst>
            <pc:docMk/>
            <pc:sldMk cId="661981929" sldId="272"/>
            <ac:spMk id="18" creationId="{FC38CD5C-5438-4021-8071-580B884F63FB}"/>
          </ac:spMkLst>
        </pc:spChg>
        <pc:spChg chg="add del mod">
          <ac:chgData name="Jang Jaehoon" userId="966c597570e402b5" providerId="LiveId" clId="{17D83F1C-35B2-4BB9-96D9-9F957C46CE75}" dt="2021-10-10T14:49:30.114" v="8202" actId="478"/>
          <ac:spMkLst>
            <pc:docMk/>
            <pc:sldMk cId="661981929" sldId="272"/>
            <ac:spMk id="19" creationId="{B463D53C-E248-4CFC-B44F-399A41C08084}"/>
          </ac:spMkLst>
        </pc:spChg>
        <pc:spChg chg="add del mod">
          <ac:chgData name="Jang Jaehoon" userId="966c597570e402b5" providerId="LiveId" clId="{17D83F1C-35B2-4BB9-96D9-9F957C46CE75}" dt="2021-10-09T14:11:35.465" v="2450" actId="478"/>
          <ac:spMkLst>
            <pc:docMk/>
            <pc:sldMk cId="661981929" sldId="272"/>
            <ac:spMk id="20" creationId="{BC6B238E-0596-4E05-9C7A-8DDCC7DA8DDE}"/>
          </ac:spMkLst>
        </pc:spChg>
        <pc:spChg chg="add mod">
          <ac:chgData name="Jang Jaehoon" userId="966c597570e402b5" providerId="LiveId" clId="{17D83F1C-35B2-4BB9-96D9-9F957C46CE75}" dt="2021-10-09T16:47:54.347" v="2866" actId="208"/>
          <ac:spMkLst>
            <pc:docMk/>
            <pc:sldMk cId="661981929" sldId="272"/>
            <ac:spMk id="21" creationId="{94C921E9-D7DC-4185-8F81-2B6936B306A8}"/>
          </ac:spMkLst>
        </pc:spChg>
        <pc:spChg chg="add del mod">
          <ac:chgData name="Jang Jaehoon" userId="966c597570e402b5" providerId="LiveId" clId="{17D83F1C-35B2-4BB9-96D9-9F957C46CE75}" dt="2021-10-09T14:54:33.087" v="2700" actId="478"/>
          <ac:spMkLst>
            <pc:docMk/>
            <pc:sldMk cId="661981929" sldId="272"/>
            <ac:spMk id="22" creationId="{A073C2AE-863E-492D-8071-89B076226B8A}"/>
          </ac:spMkLst>
        </pc:spChg>
      </pc:sldChg>
      <pc:sldChg chg="addSp delSp modSp add del mod">
        <pc:chgData name="Jang Jaehoon" userId="966c597570e402b5" providerId="LiveId" clId="{17D83F1C-35B2-4BB9-96D9-9F957C46CE75}" dt="2021-10-10T14:09:08.153" v="7280" actId="47"/>
        <pc:sldMkLst>
          <pc:docMk/>
          <pc:sldMk cId="1352876046" sldId="273"/>
        </pc:sldMkLst>
        <pc:spChg chg="del">
          <ac:chgData name="Jang Jaehoon" userId="966c597570e402b5" providerId="LiveId" clId="{17D83F1C-35B2-4BB9-96D9-9F957C46CE75}" dt="2021-10-09T14:27:34.016" v="2628" actId="478"/>
          <ac:spMkLst>
            <pc:docMk/>
            <pc:sldMk cId="1352876046" sldId="273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09T14:27:34.016" v="2628" actId="478"/>
          <ac:spMkLst>
            <pc:docMk/>
            <pc:sldMk cId="1352876046" sldId="273"/>
            <ac:spMk id="6" creationId="{AB257CC8-99CC-4BFE-8473-3B9F9180D0F2}"/>
          </ac:spMkLst>
        </pc:spChg>
        <pc:spChg chg="del">
          <ac:chgData name="Jang Jaehoon" userId="966c597570e402b5" providerId="LiveId" clId="{17D83F1C-35B2-4BB9-96D9-9F957C46CE75}" dt="2021-10-09T14:27:34.016" v="2628" actId="478"/>
          <ac:spMkLst>
            <pc:docMk/>
            <pc:sldMk cId="1352876046" sldId="273"/>
            <ac:spMk id="7" creationId="{15E82F9E-A004-4517-B81D-1F4D0C2B7F66}"/>
          </ac:spMkLst>
        </pc:spChg>
        <pc:spChg chg="add del mod">
          <ac:chgData name="Jang Jaehoon" userId="966c597570e402b5" providerId="LiveId" clId="{17D83F1C-35B2-4BB9-96D9-9F957C46CE75}" dt="2021-10-09T14:55:01.558" v="2703" actId="478"/>
          <ac:spMkLst>
            <pc:docMk/>
            <pc:sldMk cId="1352876046" sldId="273"/>
            <ac:spMk id="8" creationId="{95DE20D8-C6AA-4D9C-BD4D-F662260B383B}"/>
          </ac:spMkLst>
        </pc:spChg>
        <pc:spChg chg="del mod">
          <ac:chgData name="Jang Jaehoon" userId="966c597570e402b5" providerId="LiveId" clId="{17D83F1C-35B2-4BB9-96D9-9F957C46CE75}" dt="2021-10-09T14:06:55.663" v="2267" actId="478"/>
          <ac:spMkLst>
            <pc:docMk/>
            <pc:sldMk cId="1352876046" sldId="273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09T14:27:34.400" v="2629"/>
          <ac:spMkLst>
            <pc:docMk/>
            <pc:sldMk cId="1352876046" sldId="273"/>
            <ac:spMk id="10" creationId="{47D28D83-D674-48B7-AF27-5B2AB1FF5654}"/>
          </ac:spMkLst>
        </pc:spChg>
        <pc:spChg chg="del">
          <ac:chgData name="Jang Jaehoon" userId="966c597570e402b5" providerId="LiveId" clId="{17D83F1C-35B2-4BB9-96D9-9F957C46CE75}" dt="2021-10-09T14:27:34.016" v="2628" actId="478"/>
          <ac:spMkLst>
            <pc:docMk/>
            <pc:sldMk cId="1352876046" sldId="273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09T14:55:01.558" v="2703" actId="478"/>
          <ac:spMkLst>
            <pc:docMk/>
            <pc:sldMk cId="1352876046" sldId="273"/>
            <ac:spMk id="12" creationId="{C7A2F4A3-F621-4355-A56B-077C2764CDFF}"/>
          </ac:spMkLst>
        </pc:spChg>
        <pc:spChg chg="add mod">
          <ac:chgData name="Jang Jaehoon" userId="966c597570e402b5" providerId="LiveId" clId="{17D83F1C-35B2-4BB9-96D9-9F957C46CE75}" dt="2021-10-09T14:27:34.400" v="2629"/>
          <ac:spMkLst>
            <pc:docMk/>
            <pc:sldMk cId="1352876046" sldId="273"/>
            <ac:spMk id="13" creationId="{C08E36C2-287E-41C8-9B43-13D11DC5033D}"/>
          </ac:spMkLst>
        </pc:spChg>
        <pc:spChg chg="add del mod">
          <ac:chgData name="Jang Jaehoon" userId="966c597570e402b5" providerId="LiveId" clId="{17D83F1C-35B2-4BB9-96D9-9F957C46CE75}" dt="2021-10-09T14:55:01.558" v="2703" actId="478"/>
          <ac:spMkLst>
            <pc:docMk/>
            <pc:sldMk cId="1352876046" sldId="273"/>
            <ac:spMk id="14" creationId="{9905653B-D6B1-4D30-B21A-02A4D61AD444}"/>
          </ac:spMkLst>
        </pc:spChg>
        <pc:spChg chg="add del mod">
          <ac:chgData name="Jang Jaehoon" userId="966c597570e402b5" providerId="LiveId" clId="{17D83F1C-35B2-4BB9-96D9-9F957C46CE75}" dt="2021-10-09T14:55:01.558" v="2703" actId="478"/>
          <ac:spMkLst>
            <pc:docMk/>
            <pc:sldMk cId="1352876046" sldId="273"/>
            <ac:spMk id="15" creationId="{3215ADF1-1C2A-4C35-9095-7E4746A7943E}"/>
          </ac:spMkLst>
        </pc:spChg>
        <pc:spChg chg="add mod">
          <ac:chgData name="Jang Jaehoon" userId="966c597570e402b5" providerId="LiveId" clId="{17D83F1C-35B2-4BB9-96D9-9F957C46CE75}" dt="2021-10-09T14:58:01.566" v="2814" actId="6549"/>
          <ac:spMkLst>
            <pc:docMk/>
            <pc:sldMk cId="1352876046" sldId="273"/>
            <ac:spMk id="16" creationId="{2DB9428A-E92A-4EEF-9FDA-6F96A780F506}"/>
          </ac:spMkLst>
        </pc:spChg>
        <pc:spChg chg="add mod">
          <ac:chgData name="Jang Jaehoon" userId="966c597570e402b5" providerId="LiveId" clId="{17D83F1C-35B2-4BB9-96D9-9F957C46CE75}" dt="2021-10-09T16:48:14.355" v="2869" actId="1582"/>
          <ac:spMkLst>
            <pc:docMk/>
            <pc:sldMk cId="1352876046" sldId="273"/>
            <ac:spMk id="17" creationId="{B85CC42F-7209-43B9-BD6D-4FA192F54EA6}"/>
          </ac:spMkLst>
        </pc:spChg>
      </pc:sldChg>
      <pc:sldChg chg="addSp delSp modSp add del mod">
        <pc:chgData name="Jang Jaehoon" userId="966c597570e402b5" providerId="LiveId" clId="{17D83F1C-35B2-4BB9-96D9-9F957C46CE75}" dt="2021-10-10T14:09:08.153" v="7280" actId="47"/>
        <pc:sldMkLst>
          <pc:docMk/>
          <pc:sldMk cId="771356502" sldId="274"/>
        </pc:sldMkLst>
        <pc:spChg chg="del">
          <ac:chgData name="Jang Jaehoon" userId="966c597570e402b5" providerId="LiveId" clId="{17D83F1C-35B2-4BB9-96D9-9F957C46CE75}" dt="2021-10-09T14:28:25.672" v="2663" actId="478"/>
          <ac:spMkLst>
            <pc:docMk/>
            <pc:sldMk cId="771356502" sldId="274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09T14:28:25.672" v="2663" actId="478"/>
          <ac:spMkLst>
            <pc:docMk/>
            <pc:sldMk cId="771356502" sldId="274"/>
            <ac:spMk id="6" creationId="{8A0F3718-D244-4F22-AA51-1942EBAAC1A2}"/>
          </ac:spMkLst>
        </pc:spChg>
        <pc:spChg chg="del">
          <ac:chgData name="Jang Jaehoon" userId="966c597570e402b5" providerId="LiveId" clId="{17D83F1C-35B2-4BB9-96D9-9F957C46CE75}" dt="2021-10-09T14:28:25.672" v="2663" actId="478"/>
          <ac:spMkLst>
            <pc:docMk/>
            <pc:sldMk cId="771356502" sldId="274"/>
            <ac:spMk id="7" creationId="{15E82F9E-A004-4517-B81D-1F4D0C2B7F66}"/>
          </ac:spMkLst>
        </pc:spChg>
        <pc:spChg chg="add del mod">
          <ac:chgData name="Jang Jaehoon" userId="966c597570e402b5" providerId="LiveId" clId="{17D83F1C-35B2-4BB9-96D9-9F957C46CE75}" dt="2021-10-09T14:55:50.222" v="2749" actId="478"/>
          <ac:spMkLst>
            <pc:docMk/>
            <pc:sldMk cId="771356502" sldId="274"/>
            <ac:spMk id="8" creationId="{D15CEF86-C749-4A8D-B84E-A31A20EA1F8A}"/>
          </ac:spMkLst>
        </pc:spChg>
        <pc:spChg chg="del mod">
          <ac:chgData name="Jang Jaehoon" userId="966c597570e402b5" providerId="LiveId" clId="{17D83F1C-35B2-4BB9-96D9-9F957C46CE75}" dt="2021-10-09T14:06:40.130" v="2256" actId="478"/>
          <ac:spMkLst>
            <pc:docMk/>
            <pc:sldMk cId="771356502" sldId="274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09T14:28:26.522" v="2664"/>
          <ac:spMkLst>
            <pc:docMk/>
            <pc:sldMk cId="771356502" sldId="274"/>
            <ac:spMk id="10" creationId="{447FDEC7-7210-4DC2-BC23-7DBB88617997}"/>
          </ac:spMkLst>
        </pc:spChg>
        <pc:spChg chg="del">
          <ac:chgData name="Jang Jaehoon" userId="966c597570e402b5" providerId="LiveId" clId="{17D83F1C-35B2-4BB9-96D9-9F957C46CE75}" dt="2021-10-09T14:28:25.672" v="2663" actId="478"/>
          <ac:spMkLst>
            <pc:docMk/>
            <pc:sldMk cId="771356502" sldId="274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09T14:55:50.222" v="2749" actId="478"/>
          <ac:spMkLst>
            <pc:docMk/>
            <pc:sldMk cId="771356502" sldId="274"/>
            <ac:spMk id="12" creationId="{646DEC1D-3F6A-403B-80BD-6D53853E9905}"/>
          </ac:spMkLst>
        </pc:spChg>
        <pc:spChg chg="add mod">
          <ac:chgData name="Jang Jaehoon" userId="966c597570e402b5" providerId="LiveId" clId="{17D83F1C-35B2-4BB9-96D9-9F957C46CE75}" dt="2021-10-09T14:28:26.522" v="2664"/>
          <ac:spMkLst>
            <pc:docMk/>
            <pc:sldMk cId="771356502" sldId="274"/>
            <ac:spMk id="13" creationId="{A59F5EFF-B8F9-44D7-859E-AE40B897975D}"/>
          </ac:spMkLst>
        </pc:spChg>
        <pc:spChg chg="add del mod">
          <ac:chgData name="Jang Jaehoon" userId="966c597570e402b5" providerId="LiveId" clId="{17D83F1C-35B2-4BB9-96D9-9F957C46CE75}" dt="2021-10-09T14:55:50.222" v="2749" actId="478"/>
          <ac:spMkLst>
            <pc:docMk/>
            <pc:sldMk cId="771356502" sldId="274"/>
            <ac:spMk id="14" creationId="{F7B12B4B-549A-4F11-9C5A-B942B3D5A7B0}"/>
          </ac:spMkLst>
        </pc:spChg>
        <pc:spChg chg="add del mod">
          <ac:chgData name="Jang Jaehoon" userId="966c597570e402b5" providerId="LiveId" clId="{17D83F1C-35B2-4BB9-96D9-9F957C46CE75}" dt="2021-10-09T14:55:50.222" v="2749" actId="478"/>
          <ac:spMkLst>
            <pc:docMk/>
            <pc:sldMk cId="771356502" sldId="274"/>
            <ac:spMk id="15" creationId="{3B7BE0D1-F68D-4C89-B28B-FEB7D3FB21FA}"/>
          </ac:spMkLst>
        </pc:spChg>
        <pc:spChg chg="add mod">
          <ac:chgData name="Jang Jaehoon" userId="966c597570e402b5" providerId="LiveId" clId="{17D83F1C-35B2-4BB9-96D9-9F957C46CE75}" dt="2021-10-09T16:48:55.613" v="2875" actId="11"/>
          <ac:spMkLst>
            <pc:docMk/>
            <pc:sldMk cId="771356502" sldId="274"/>
            <ac:spMk id="16" creationId="{AED78811-4419-4C8B-A929-3A6465A16302}"/>
          </ac:spMkLst>
        </pc:spChg>
        <pc:spChg chg="add mod">
          <ac:chgData name="Jang Jaehoon" userId="966c597570e402b5" providerId="LiveId" clId="{17D83F1C-35B2-4BB9-96D9-9F957C46CE75}" dt="2021-10-09T16:48:28.810" v="2872" actId="1582"/>
          <ac:spMkLst>
            <pc:docMk/>
            <pc:sldMk cId="771356502" sldId="274"/>
            <ac:spMk id="17" creationId="{3603CF8D-919D-4FC6-AD03-04F404B0B590}"/>
          </ac:spMkLst>
        </pc:spChg>
      </pc:sldChg>
      <pc:sldChg chg="addSp delSp modSp add mod">
        <pc:chgData name="Jang Jaehoon" userId="966c597570e402b5" providerId="LiveId" clId="{17D83F1C-35B2-4BB9-96D9-9F957C46CE75}" dt="2021-10-10T16:58:26.641" v="11122" actId="478"/>
        <pc:sldMkLst>
          <pc:docMk/>
          <pc:sldMk cId="141056716" sldId="275"/>
        </pc:sldMkLst>
        <pc:spChg chg="del mod">
          <ac:chgData name="Jang Jaehoon" userId="966c597570e402b5" providerId="LiveId" clId="{17D83F1C-35B2-4BB9-96D9-9F957C46CE75}" dt="2021-10-10T14:52:45.700" v="8253" actId="478"/>
          <ac:spMkLst>
            <pc:docMk/>
            <pc:sldMk cId="141056716" sldId="275"/>
            <ac:spMk id="5" creationId="{5C39C6F6-F9C5-49D1-B072-76C2FC860495}"/>
          </ac:spMkLst>
        </pc:spChg>
        <pc:spChg chg="add del mod">
          <ac:chgData name="Jang Jaehoon" userId="966c597570e402b5" providerId="LiveId" clId="{17D83F1C-35B2-4BB9-96D9-9F957C46CE75}" dt="2021-10-10T14:53:34.820" v="8279" actId="478"/>
          <ac:spMkLst>
            <pc:docMk/>
            <pc:sldMk cId="141056716" sldId="275"/>
            <ac:spMk id="6" creationId="{07B18EB9-3AD7-428B-9B82-9090B69DCB14}"/>
          </ac:spMkLst>
        </pc:spChg>
        <pc:spChg chg="del mod">
          <ac:chgData name="Jang Jaehoon" userId="966c597570e402b5" providerId="LiveId" clId="{17D83F1C-35B2-4BB9-96D9-9F957C46CE75}" dt="2021-10-10T14:52:41.388" v="8252" actId="478"/>
          <ac:spMkLst>
            <pc:docMk/>
            <pc:sldMk cId="141056716" sldId="275"/>
            <ac:spMk id="7" creationId="{15E82F9E-A004-4517-B81D-1F4D0C2B7F66}"/>
          </ac:spMkLst>
        </pc:spChg>
        <pc:spChg chg="add del mod">
          <ac:chgData name="Jang Jaehoon" userId="966c597570e402b5" providerId="LiveId" clId="{17D83F1C-35B2-4BB9-96D9-9F957C46CE75}" dt="2021-10-10T14:53:34.820" v="8279" actId="478"/>
          <ac:spMkLst>
            <pc:docMk/>
            <pc:sldMk cId="141056716" sldId="275"/>
            <ac:spMk id="8" creationId="{8F36FACE-6ABF-4AB5-9A71-8091CBFAC157}"/>
          </ac:spMkLst>
        </pc:spChg>
        <pc:spChg chg="add">
          <ac:chgData name="Jang Jaehoon" userId="966c597570e402b5" providerId="LiveId" clId="{17D83F1C-35B2-4BB9-96D9-9F957C46CE75}" dt="2021-10-10T16:55:53.431" v="11085" actId="11529"/>
          <ac:spMkLst>
            <pc:docMk/>
            <pc:sldMk cId="141056716" sldId="275"/>
            <ac:spMk id="9" creationId="{EEC6FBA0-E519-4B2D-9038-04C78589B18A}"/>
          </ac:spMkLst>
        </pc:spChg>
        <pc:spChg chg="del mod">
          <ac:chgData name="Jang Jaehoon" userId="966c597570e402b5" providerId="LiveId" clId="{17D83F1C-35B2-4BB9-96D9-9F957C46CE75}" dt="2021-10-09T14:06:31.270" v="2254" actId="478"/>
          <ac:spMkLst>
            <pc:docMk/>
            <pc:sldMk cId="141056716" sldId="275"/>
            <ac:spMk id="9" creationId="{FED1B84C-78E6-4B0F-AFE9-6E6D97D006D2}"/>
          </ac:spMkLst>
        </pc:spChg>
        <pc:spChg chg="add del mod">
          <ac:chgData name="Jang Jaehoon" userId="966c597570e402b5" providerId="LiveId" clId="{17D83F1C-35B2-4BB9-96D9-9F957C46CE75}" dt="2021-10-10T14:53:36.232" v="8280" actId="478"/>
          <ac:spMkLst>
            <pc:docMk/>
            <pc:sldMk cId="141056716" sldId="275"/>
            <ac:spMk id="10" creationId="{728EFC29-C44D-4C0F-B68E-04F1DB35D2D8}"/>
          </ac:spMkLst>
        </pc:spChg>
        <pc:spChg chg="del mod">
          <ac:chgData name="Jang Jaehoon" userId="966c597570e402b5" providerId="LiveId" clId="{17D83F1C-35B2-4BB9-96D9-9F957C46CE75}" dt="2021-10-10T14:52:41.388" v="8252" actId="478"/>
          <ac:spMkLst>
            <pc:docMk/>
            <pc:sldMk cId="141056716" sldId="275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10T14:53:36.232" v="8280" actId="478"/>
          <ac:spMkLst>
            <pc:docMk/>
            <pc:sldMk cId="141056716" sldId="275"/>
            <ac:spMk id="12" creationId="{CA13CCE8-E049-4942-8F2F-2581A30BCE2F}"/>
          </ac:spMkLst>
        </pc:spChg>
        <pc:spChg chg="add mod">
          <ac:chgData name="Jang Jaehoon" userId="966c597570e402b5" providerId="LiveId" clId="{17D83F1C-35B2-4BB9-96D9-9F957C46CE75}" dt="2021-10-10T16:49:40.443" v="10913" actId="14100"/>
          <ac:spMkLst>
            <pc:docMk/>
            <pc:sldMk cId="141056716" sldId="275"/>
            <ac:spMk id="13" creationId="{6458C3AD-6CFA-48FD-981B-00C2467B9B37}"/>
          </ac:spMkLst>
        </pc:spChg>
        <pc:spChg chg="add mod">
          <ac:chgData name="Jang Jaehoon" userId="966c597570e402b5" providerId="LiveId" clId="{17D83F1C-35B2-4BB9-96D9-9F957C46CE75}" dt="2021-10-10T16:50:37.001" v="10940" actId="1076"/>
          <ac:spMkLst>
            <pc:docMk/>
            <pc:sldMk cId="141056716" sldId="275"/>
            <ac:spMk id="14" creationId="{40C098D8-F944-4844-A2DB-CC9B52B50B2A}"/>
          </ac:spMkLst>
        </pc:spChg>
        <pc:spChg chg="add mod">
          <ac:chgData name="Jang Jaehoon" userId="966c597570e402b5" providerId="LiveId" clId="{17D83F1C-35B2-4BB9-96D9-9F957C46CE75}" dt="2021-10-10T16:55:20.546" v="11055" actId="20577"/>
          <ac:spMkLst>
            <pc:docMk/>
            <pc:sldMk cId="141056716" sldId="275"/>
            <ac:spMk id="15" creationId="{B2CC1490-4DBA-4294-81E8-16E23A5B9F9B}"/>
          </ac:spMkLst>
        </pc:spChg>
        <pc:spChg chg="add del mod">
          <ac:chgData name="Jang Jaehoon" userId="966c597570e402b5" providerId="LiveId" clId="{17D83F1C-35B2-4BB9-96D9-9F957C46CE75}" dt="2021-10-10T16:55:08.807" v="11054" actId="1076"/>
          <ac:spMkLst>
            <pc:docMk/>
            <pc:sldMk cId="141056716" sldId="275"/>
            <ac:spMk id="16" creationId="{F9F40747-0A53-4D15-8B7E-275472224945}"/>
          </ac:spMkLst>
        </pc:spChg>
        <pc:spChg chg="add del mod">
          <ac:chgData name="Jang Jaehoon" userId="966c597570e402b5" providerId="LiveId" clId="{17D83F1C-35B2-4BB9-96D9-9F957C46CE75}" dt="2021-10-10T16:49:15.418" v="10907" actId="478"/>
          <ac:spMkLst>
            <pc:docMk/>
            <pc:sldMk cId="141056716" sldId="275"/>
            <ac:spMk id="17" creationId="{EDE9DE47-D3ED-40D8-8082-00D3C7DCBB19}"/>
          </ac:spMkLst>
        </pc:spChg>
        <pc:spChg chg="add del mod">
          <ac:chgData name="Jang Jaehoon" userId="966c597570e402b5" providerId="LiveId" clId="{17D83F1C-35B2-4BB9-96D9-9F957C46CE75}" dt="2021-10-10T16:55:01.840" v="11053" actId="478"/>
          <ac:spMkLst>
            <pc:docMk/>
            <pc:sldMk cId="141056716" sldId="275"/>
            <ac:spMk id="18" creationId="{DF0BC0F2-A17C-40FD-9C7A-D0920EDFC25F}"/>
          </ac:spMkLst>
        </pc:spChg>
        <pc:spChg chg="add del mod">
          <ac:chgData name="Jang Jaehoon" userId="966c597570e402b5" providerId="LiveId" clId="{17D83F1C-35B2-4BB9-96D9-9F957C46CE75}" dt="2021-10-10T16:49:15.418" v="10907" actId="478"/>
          <ac:spMkLst>
            <pc:docMk/>
            <pc:sldMk cId="141056716" sldId="275"/>
            <ac:spMk id="19" creationId="{F90B5FE2-EC03-4238-8828-7BC5112BF978}"/>
          </ac:spMkLst>
        </pc:spChg>
        <pc:spChg chg="add del mod">
          <ac:chgData name="Jang Jaehoon" userId="966c597570e402b5" providerId="LiveId" clId="{17D83F1C-35B2-4BB9-96D9-9F957C46CE75}" dt="2021-10-10T16:55:01.840" v="11053" actId="478"/>
          <ac:spMkLst>
            <pc:docMk/>
            <pc:sldMk cId="141056716" sldId="275"/>
            <ac:spMk id="20" creationId="{4E67215B-C9CD-4467-B757-F03A5EBA454A}"/>
          </ac:spMkLst>
        </pc:spChg>
        <pc:spChg chg="add del mod">
          <ac:chgData name="Jang Jaehoon" userId="966c597570e402b5" providerId="LiveId" clId="{17D83F1C-35B2-4BB9-96D9-9F957C46CE75}" dt="2021-10-09T14:06:12.258" v="2248" actId="478"/>
          <ac:spMkLst>
            <pc:docMk/>
            <pc:sldMk cId="141056716" sldId="275"/>
            <ac:spMk id="21" creationId="{E766F567-F264-4451-BA8E-D36695D3A054}"/>
          </ac:spMkLst>
        </pc:spChg>
        <pc:spChg chg="add del mod">
          <ac:chgData name="Jang Jaehoon" userId="966c597570e402b5" providerId="LiveId" clId="{17D83F1C-35B2-4BB9-96D9-9F957C46CE75}" dt="2021-10-10T14:52:45.700" v="8253" actId="478"/>
          <ac:spMkLst>
            <pc:docMk/>
            <pc:sldMk cId="141056716" sldId="275"/>
            <ac:spMk id="22" creationId="{76773E60-3BC5-47CE-B81C-C78590FE8EEF}"/>
          </ac:spMkLst>
        </pc:spChg>
        <pc:spChg chg="add del mod">
          <ac:chgData name="Jang Jaehoon" userId="966c597570e402b5" providerId="LiveId" clId="{17D83F1C-35B2-4BB9-96D9-9F957C46CE75}" dt="2021-10-10T14:51:46.719" v="8246"/>
          <ac:spMkLst>
            <pc:docMk/>
            <pc:sldMk cId="141056716" sldId="275"/>
            <ac:spMk id="23" creationId="{0AC0A57F-FCAD-4F3A-A0B3-9515529E5E96}"/>
          </ac:spMkLst>
        </pc:spChg>
        <pc:spChg chg="add mod">
          <ac:chgData name="Jang Jaehoon" userId="966c597570e402b5" providerId="LiveId" clId="{17D83F1C-35B2-4BB9-96D9-9F957C46CE75}" dt="2021-10-09T14:52:20.809" v="2699"/>
          <ac:spMkLst>
            <pc:docMk/>
            <pc:sldMk cId="141056716" sldId="275"/>
            <ac:spMk id="24" creationId="{C9961F28-C7BB-42FF-9B6C-29B215E31AC3}"/>
          </ac:spMkLst>
        </pc:spChg>
        <pc:spChg chg="add del mod">
          <ac:chgData name="Jang Jaehoon" userId="966c597570e402b5" providerId="LiveId" clId="{17D83F1C-35B2-4BB9-96D9-9F957C46CE75}" dt="2021-10-10T14:50:05.794" v="8205" actId="478"/>
          <ac:spMkLst>
            <pc:docMk/>
            <pc:sldMk cId="141056716" sldId="275"/>
            <ac:spMk id="25" creationId="{26B05D10-4C74-4668-B17F-55C0976241EE}"/>
          </ac:spMkLst>
        </pc:spChg>
        <pc:spChg chg="add mod">
          <ac:chgData name="Jang Jaehoon" userId="966c597570e402b5" providerId="LiveId" clId="{17D83F1C-35B2-4BB9-96D9-9F957C46CE75}" dt="2021-10-09T14:52:20.809" v="2699"/>
          <ac:spMkLst>
            <pc:docMk/>
            <pc:sldMk cId="141056716" sldId="275"/>
            <ac:spMk id="26" creationId="{AC705E08-E2D2-46C4-BF20-1200771F78E0}"/>
          </ac:spMkLst>
        </pc:spChg>
        <pc:spChg chg="add mod">
          <ac:chgData name="Jang Jaehoon" userId="966c597570e402b5" providerId="LiveId" clId="{17D83F1C-35B2-4BB9-96D9-9F957C46CE75}" dt="2021-10-10T14:50:06.142" v="8206"/>
          <ac:spMkLst>
            <pc:docMk/>
            <pc:sldMk cId="141056716" sldId="275"/>
            <ac:spMk id="27" creationId="{4BA4020B-6D02-4486-975C-70AFB88FF633}"/>
          </ac:spMkLst>
        </pc:spChg>
        <pc:spChg chg="add del mod">
          <ac:chgData name="Jang Jaehoon" userId="966c597570e402b5" providerId="LiveId" clId="{17D83F1C-35B2-4BB9-96D9-9F957C46CE75}" dt="2021-10-09T14:58:23.846" v="2817"/>
          <ac:spMkLst>
            <pc:docMk/>
            <pc:sldMk cId="141056716" sldId="275"/>
            <ac:spMk id="27" creationId="{92D86026-C0E8-47B8-83BF-A43E953D5D68}"/>
          </ac:spMkLst>
        </pc:spChg>
        <pc:spChg chg="add del mod">
          <ac:chgData name="Jang Jaehoon" userId="966c597570e402b5" providerId="LiveId" clId="{17D83F1C-35B2-4BB9-96D9-9F957C46CE75}" dt="2021-10-10T14:52:58.097" v="8255" actId="478"/>
          <ac:spMkLst>
            <pc:docMk/>
            <pc:sldMk cId="141056716" sldId="275"/>
            <ac:spMk id="28" creationId="{2CF592EF-CAC2-412F-8A71-19F13C890A39}"/>
          </ac:spMkLst>
        </pc:spChg>
        <pc:spChg chg="add del mod">
          <ac:chgData name="Jang Jaehoon" userId="966c597570e402b5" providerId="LiveId" clId="{17D83F1C-35B2-4BB9-96D9-9F957C46CE75}" dt="2021-10-10T16:58:26.641" v="11122" actId="478"/>
          <ac:spMkLst>
            <pc:docMk/>
            <pc:sldMk cId="141056716" sldId="275"/>
            <ac:spMk id="29" creationId="{A13FACEC-30C8-41AA-B96E-909F711D5B04}"/>
          </ac:spMkLst>
        </pc:spChg>
        <pc:spChg chg="add del mod">
          <ac:chgData name="Jang Jaehoon" userId="966c597570e402b5" providerId="LiveId" clId="{17D83F1C-35B2-4BB9-96D9-9F957C46CE75}" dt="2021-10-10T16:55:08.807" v="11054" actId="1076"/>
          <ac:spMkLst>
            <pc:docMk/>
            <pc:sldMk cId="141056716" sldId="275"/>
            <ac:spMk id="30" creationId="{AFF65EBA-3A6B-4554-82C9-39135F4B9CC7}"/>
          </ac:spMkLst>
        </pc:spChg>
        <pc:spChg chg="add mod">
          <ac:chgData name="Jang Jaehoon" userId="966c597570e402b5" providerId="LiveId" clId="{17D83F1C-35B2-4BB9-96D9-9F957C46CE75}" dt="2021-10-10T16:49:40.443" v="10913" actId="14100"/>
          <ac:spMkLst>
            <pc:docMk/>
            <pc:sldMk cId="141056716" sldId="275"/>
            <ac:spMk id="31" creationId="{D7B0E8A6-7A01-4411-B994-95F1AB0D3C7C}"/>
          </ac:spMkLst>
        </pc:spChg>
        <pc:spChg chg="add mod">
          <ac:chgData name="Jang Jaehoon" userId="966c597570e402b5" providerId="LiveId" clId="{17D83F1C-35B2-4BB9-96D9-9F957C46CE75}" dt="2021-10-10T16:49:40.443" v="10913" actId="14100"/>
          <ac:spMkLst>
            <pc:docMk/>
            <pc:sldMk cId="141056716" sldId="275"/>
            <ac:spMk id="32" creationId="{DF669382-EA24-41E9-BDF3-AE81C49283F1}"/>
          </ac:spMkLst>
        </pc:spChg>
        <pc:spChg chg="add mod">
          <ac:chgData name="Jang Jaehoon" userId="966c597570e402b5" providerId="LiveId" clId="{17D83F1C-35B2-4BB9-96D9-9F957C46CE75}" dt="2021-10-10T16:50:01.290" v="10919" actId="20577"/>
          <ac:spMkLst>
            <pc:docMk/>
            <pc:sldMk cId="141056716" sldId="275"/>
            <ac:spMk id="33" creationId="{087BD270-C606-49E1-A383-34D2BB27574F}"/>
          </ac:spMkLst>
        </pc:spChg>
        <pc:spChg chg="add mod">
          <ac:chgData name="Jang Jaehoon" userId="966c597570e402b5" providerId="LiveId" clId="{17D83F1C-35B2-4BB9-96D9-9F957C46CE75}" dt="2021-10-10T16:55:39.627" v="11084"/>
          <ac:spMkLst>
            <pc:docMk/>
            <pc:sldMk cId="141056716" sldId="275"/>
            <ac:spMk id="34" creationId="{FDE68C5B-74D3-4CD8-9C02-2236E7982740}"/>
          </ac:spMkLst>
        </pc:spChg>
        <pc:spChg chg="add mod">
          <ac:chgData name="Jang Jaehoon" userId="966c597570e402b5" providerId="LiveId" clId="{17D83F1C-35B2-4BB9-96D9-9F957C46CE75}" dt="2021-10-10T16:50:09.682" v="10928" actId="20577"/>
          <ac:spMkLst>
            <pc:docMk/>
            <pc:sldMk cId="141056716" sldId="275"/>
            <ac:spMk id="35" creationId="{EFF5333D-CE66-4D4A-887C-C19C5926E4CA}"/>
          </ac:spMkLst>
        </pc:spChg>
        <pc:spChg chg="add mod">
          <ac:chgData name="Jang Jaehoon" userId="966c597570e402b5" providerId="LiveId" clId="{17D83F1C-35B2-4BB9-96D9-9F957C46CE75}" dt="2021-10-10T16:50:07.122" v="10925" actId="20577"/>
          <ac:spMkLst>
            <pc:docMk/>
            <pc:sldMk cId="141056716" sldId="275"/>
            <ac:spMk id="36" creationId="{586E33FB-1D6E-43D7-8EB8-F5A08BAB26E8}"/>
          </ac:spMkLst>
        </pc:spChg>
        <pc:spChg chg="add mod">
          <ac:chgData name="Jang Jaehoon" userId="966c597570e402b5" providerId="LiveId" clId="{17D83F1C-35B2-4BB9-96D9-9F957C46CE75}" dt="2021-10-10T16:50:59.380" v="10969" actId="1076"/>
          <ac:spMkLst>
            <pc:docMk/>
            <pc:sldMk cId="141056716" sldId="275"/>
            <ac:spMk id="37" creationId="{FF6F5EB3-0173-4123-B129-0D735D23D33A}"/>
          </ac:spMkLst>
        </pc:spChg>
        <pc:spChg chg="add mod">
          <ac:chgData name="Jang Jaehoon" userId="966c597570e402b5" providerId="LiveId" clId="{17D83F1C-35B2-4BB9-96D9-9F957C46CE75}" dt="2021-10-10T16:50:54.933" v="10968" actId="1076"/>
          <ac:spMkLst>
            <pc:docMk/>
            <pc:sldMk cId="141056716" sldId="275"/>
            <ac:spMk id="38" creationId="{B29AB6A5-CF04-42FE-8488-767AA22D4EC1}"/>
          </ac:spMkLst>
        </pc:spChg>
        <pc:spChg chg="add mod">
          <ac:chgData name="Jang Jaehoon" userId="966c597570e402b5" providerId="LiveId" clId="{17D83F1C-35B2-4BB9-96D9-9F957C46CE75}" dt="2021-10-10T16:55:08.807" v="11054" actId="1076"/>
          <ac:spMkLst>
            <pc:docMk/>
            <pc:sldMk cId="141056716" sldId="275"/>
            <ac:spMk id="39" creationId="{EA3E20EF-C6B5-43E6-966E-8E9D4AACFDC6}"/>
          </ac:spMkLst>
        </pc:spChg>
        <pc:spChg chg="add mod">
          <ac:chgData name="Jang Jaehoon" userId="966c597570e402b5" providerId="LiveId" clId="{17D83F1C-35B2-4BB9-96D9-9F957C46CE75}" dt="2021-10-10T16:55:08.807" v="11054" actId="1076"/>
          <ac:spMkLst>
            <pc:docMk/>
            <pc:sldMk cId="141056716" sldId="275"/>
            <ac:spMk id="40" creationId="{F0785F6A-5B7D-4A21-A905-CA438CFC57A6}"/>
          </ac:spMkLst>
        </pc:spChg>
        <pc:spChg chg="add mod">
          <ac:chgData name="Jang Jaehoon" userId="966c597570e402b5" providerId="LiveId" clId="{17D83F1C-35B2-4BB9-96D9-9F957C46CE75}" dt="2021-10-10T16:58:23.777" v="11121"/>
          <ac:spMkLst>
            <pc:docMk/>
            <pc:sldMk cId="141056716" sldId="275"/>
            <ac:spMk id="41" creationId="{A7E6C115-FB44-4F2D-9CA8-73F47B8F6714}"/>
          </ac:spMkLst>
        </pc:spChg>
      </pc:sldChg>
      <pc:sldChg chg="addSp delSp modSp add del mod">
        <pc:chgData name="Jang Jaehoon" userId="966c597570e402b5" providerId="LiveId" clId="{17D83F1C-35B2-4BB9-96D9-9F957C46CE75}" dt="2021-10-10T16:58:53.081" v="11123" actId="2696"/>
        <pc:sldMkLst>
          <pc:docMk/>
          <pc:sldMk cId="3767888718" sldId="276"/>
        </pc:sldMkLst>
        <pc:spChg chg="del">
          <ac:chgData name="Jang Jaehoon" userId="966c597570e402b5" providerId="LiveId" clId="{17D83F1C-35B2-4BB9-96D9-9F957C46CE75}" dt="2021-10-10T14:54:05.553" v="8283" actId="478"/>
          <ac:spMkLst>
            <pc:docMk/>
            <pc:sldMk cId="3767888718" sldId="276"/>
            <ac:spMk id="5" creationId="{5C39C6F6-F9C5-49D1-B072-76C2FC860495}"/>
          </ac:spMkLst>
        </pc:spChg>
        <pc:spChg chg="del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6" creationId="{07B18EB9-3AD7-428B-9B82-9090B69DCB14}"/>
          </ac:spMkLst>
        </pc:spChg>
        <pc:spChg chg="del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8" creationId="{8F36FACE-6ABF-4AB5-9A71-8091CBFAC157}"/>
          </ac:spMkLst>
        </pc:spChg>
        <pc:spChg chg="del mod">
          <ac:chgData name="Jang Jaehoon" userId="966c597570e402b5" providerId="LiveId" clId="{17D83F1C-35B2-4BB9-96D9-9F957C46CE75}" dt="2021-10-09T14:06:03.297" v="2245" actId="478"/>
          <ac:spMkLst>
            <pc:docMk/>
            <pc:sldMk cId="3767888718" sldId="276"/>
            <ac:spMk id="9" creationId="{FED1B84C-78E6-4B0F-AFE9-6E6D97D006D2}"/>
          </ac:spMkLst>
        </pc:spChg>
        <pc:spChg chg="del mod">
          <ac:chgData name="Jang Jaehoon" userId="966c597570e402b5" providerId="LiveId" clId="{17D83F1C-35B2-4BB9-96D9-9F957C46CE75}" dt="2021-10-10T14:54:47.370" v="8317" actId="478"/>
          <ac:spMkLst>
            <pc:docMk/>
            <pc:sldMk cId="3767888718" sldId="276"/>
            <ac:spMk id="10" creationId="{728EFC29-C44D-4C0F-B68E-04F1DB35D2D8}"/>
          </ac:spMkLst>
        </pc:spChg>
        <pc:spChg chg="del">
          <ac:chgData name="Jang Jaehoon" userId="966c597570e402b5" providerId="LiveId" clId="{17D83F1C-35B2-4BB9-96D9-9F957C46CE75}" dt="2021-10-10T15:03:41.444" v="8789" actId="478"/>
          <ac:spMkLst>
            <pc:docMk/>
            <pc:sldMk cId="3767888718" sldId="276"/>
            <ac:spMk id="11" creationId="{29E00A0D-E22B-4D16-A738-29BE767D5D80}"/>
          </ac:spMkLst>
        </pc:spChg>
        <pc:spChg chg="del mod">
          <ac:chgData name="Jang Jaehoon" userId="966c597570e402b5" providerId="LiveId" clId="{17D83F1C-35B2-4BB9-96D9-9F957C46CE75}" dt="2021-10-10T14:54:47.370" v="8317" actId="478"/>
          <ac:spMkLst>
            <pc:docMk/>
            <pc:sldMk cId="3767888718" sldId="276"/>
            <ac:spMk id="12" creationId="{CA13CCE8-E049-4942-8F2F-2581A30BCE2F}"/>
          </ac:spMkLst>
        </pc:spChg>
        <pc:spChg chg="del mod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13" creationId="{6458C3AD-6CFA-48FD-981B-00C2467B9B37}"/>
          </ac:spMkLst>
        </pc:spChg>
        <pc:spChg chg="del mod">
          <ac:chgData name="Jang Jaehoon" userId="966c597570e402b5" providerId="LiveId" clId="{17D83F1C-35B2-4BB9-96D9-9F957C46CE75}" dt="2021-10-09T13:57:27.085" v="1936" actId="478"/>
          <ac:spMkLst>
            <pc:docMk/>
            <pc:sldMk cId="3767888718" sldId="276"/>
            <ac:spMk id="14" creationId="{40C098D8-F944-4844-A2DB-CC9B52B50B2A}"/>
          </ac:spMkLst>
        </pc:spChg>
        <pc:spChg chg="del mod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15" creationId="{B2CC1490-4DBA-4294-81E8-16E23A5B9F9B}"/>
          </ac:spMkLst>
        </pc:spChg>
        <pc:spChg chg="del">
          <ac:chgData name="Jang Jaehoon" userId="966c597570e402b5" providerId="LiveId" clId="{17D83F1C-35B2-4BB9-96D9-9F957C46CE75}" dt="2021-10-09T13:56:36.333" v="1906" actId="478"/>
          <ac:spMkLst>
            <pc:docMk/>
            <pc:sldMk cId="3767888718" sldId="276"/>
            <ac:spMk id="16" creationId="{F9F40747-0A53-4D15-8B7E-275472224945}"/>
          </ac:spMkLst>
        </pc:spChg>
        <pc:spChg chg="del mod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17" creationId="{EDE9DE47-D3ED-40D8-8082-00D3C7DCBB19}"/>
          </ac:spMkLst>
        </pc:spChg>
        <pc:spChg chg="del mod">
          <ac:chgData name="Jang Jaehoon" userId="966c597570e402b5" providerId="LiveId" clId="{17D83F1C-35B2-4BB9-96D9-9F957C46CE75}" dt="2021-10-09T13:57:27.085" v="1936" actId="478"/>
          <ac:spMkLst>
            <pc:docMk/>
            <pc:sldMk cId="3767888718" sldId="276"/>
            <ac:spMk id="18" creationId="{DF0BC0F2-A17C-40FD-9C7A-D0920EDFC25F}"/>
          </ac:spMkLst>
        </pc:spChg>
        <pc:spChg chg="del">
          <ac:chgData name="Jang Jaehoon" userId="966c597570e402b5" providerId="LiveId" clId="{17D83F1C-35B2-4BB9-96D9-9F957C46CE75}" dt="2021-10-09T13:56:34.518" v="1905" actId="478"/>
          <ac:spMkLst>
            <pc:docMk/>
            <pc:sldMk cId="3767888718" sldId="276"/>
            <ac:spMk id="19" creationId="{F90B5FE2-EC03-4238-8828-7BC5112BF978}"/>
          </ac:spMkLst>
        </pc:spChg>
        <pc:spChg chg="del mod">
          <ac:chgData name="Jang Jaehoon" userId="966c597570e402b5" providerId="LiveId" clId="{17D83F1C-35B2-4BB9-96D9-9F957C46CE75}" dt="2021-10-10T14:54:54.584" v="8321" actId="478"/>
          <ac:spMkLst>
            <pc:docMk/>
            <pc:sldMk cId="3767888718" sldId="276"/>
            <ac:spMk id="20" creationId="{4E67215B-C9CD-4467-B757-F03A5EBA454A}"/>
          </ac:spMkLst>
        </pc:spChg>
        <pc:spChg chg="add del mod">
          <ac:chgData name="Jang Jaehoon" userId="966c597570e402b5" providerId="LiveId" clId="{17D83F1C-35B2-4BB9-96D9-9F957C46CE75}" dt="2021-10-10T14:54:44.506" v="8316" actId="478"/>
          <ac:spMkLst>
            <pc:docMk/>
            <pc:sldMk cId="3767888718" sldId="276"/>
            <ac:spMk id="21" creationId="{1FD1522C-5B97-4504-B96A-FA333CF22B46}"/>
          </ac:spMkLst>
        </pc:spChg>
        <pc:spChg chg="add mod">
          <ac:chgData name="Jang Jaehoon" userId="966c597570e402b5" providerId="LiveId" clId="{17D83F1C-35B2-4BB9-96D9-9F957C46CE75}" dt="2021-10-10T14:54:37.829" v="8315"/>
          <ac:spMkLst>
            <pc:docMk/>
            <pc:sldMk cId="3767888718" sldId="276"/>
            <ac:spMk id="22" creationId="{07C5E762-8E8D-48FA-9F72-E70A38A2522A}"/>
          </ac:spMkLst>
        </pc:spChg>
        <pc:spChg chg="add del mod">
          <ac:chgData name="Jang Jaehoon" userId="966c597570e402b5" providerId="LiveId" clId="{17D83F1C-35B2-4BB9-96D9-9F957C46CE75}" dt="2021-10-09T13:57:27.085" v="1936" actId="478"/>
          <ac:spMkLst>
            <pc:docMk/>
            <pc:sldMk cId="3767888718" sldId="276"/>
            <ac:spMk id="22" creationId="{71FB7B94-FB4C-48F7-984F-439F1619F215}"/>
          </ac:spMkLst>
        </pc:spChg>
        <pc:spChg chg="add del mod">
          <ac:chgData name="Jang Jaehoon" userId="966c597570e402b5" providerId="LiveId" clId="{17D83F1C-35B2-4BB9-96D9-9F957C46CE75}" dt="2021-10-10T14:54:52.882" v="8320" actId="478"/>
          <ac:spMkLst>
            <pc:docMk/>
            <pc:sldMk cId="3767888718" sldId="276"/>
            <ac:spMk id="23" creationId="{B04DCEB8-81A6-4830-AABC-97AEC1C6C00D}"/>
          </ac:spMkLst>
        </pc:spChg>
        <pc:spChg chg="add del mod">
          <ac:chgData name="Jang Jaehoon" userId="966c597570e402b5" providerId="LiveId" clId="{17D83F1C-35B2-4BB9-96D9-9F957C46CE75}" dt="2021-10-10T14:54:52.882" v="8320" actId="478"/>
          <ac:spMkLst>
            <pc:docMk/>
            <pc:sldMk cId="3767888718" sldId="276"/>
            <ac:spMk id="24" creationId="{A11F4E2B-003D-43F3-99C5-045FB22DDBE8}"/>
          </ac:spMkLst>
        </pc:spChg>
        <pc:spChg chg="add del mod">
          <ac:chgData name="Jang Jaehoon" userId="966c597570e402b5" providerId="LiveId" clId="{17D83F1C-35B2-4BB9-96D9-9F957C46CE75}" dt="2021-10-10T14:54:52.882" v="8320" actId="478"/>
          <ac:spMkLst>
            <pc:docMk/>
            <pc:sldMk cId="3767888718" sldId="276"/>
            <ac:spMk id="25" creationId="{60C5472D-A383-4427-9BA9-9ED4465247DD}"/>
          </ac:spMkLst>
        </pc:spChg>
        <pc:spChg chg="add del mod">
          <ac:chgData name="Jang Jaehoon" userId="966c597570e402b5" providerId="LiveId" clId="{17D83F1C-35B2-4BB9-96D9-9F957C46CE75}" dt="2021-10-10T14:54:00.647" v="8282" actId="478"/>
          <ac:spMkLst>
            <pc:docMk/>
            <pc:sldMk cId="3767888718" sldId="276"/>
            <ac:spMk id="26" creationId="{7092DE1B-A056-4168-9EF9-4D679EF6F892}"/>
          </ac:spMkLst>
        </pc:spChg>
        <pc:spChg chg="add mod">
          <ac:chgData name="Jang Jaehoon" userId="966c597570e402b5" providerId="LiveId" clId="{17D83F1C-35B2-4BB9-96D9-9F957C46CE75}" dt="2021-10-10T14:59:24.467" v="8763" actId="1076"/>
          <ac:spMkLst>
            <pc:docMk/>
            <pc:sldMk cId="3767888718" sldId="276"/>
            <ac:spMk id="27" creationId="{B3269A1B-7150-4FB7-B24D-BCFEE4C7A3E7}"/>
          </ac:spMkLst>
        </pc:spChg>
        <pc:spChg chg="add mod">
          <ac:chgData name="Jang Jaehoon" userId="966c597570e402b5" providerId="LiveId" clId="{17D83F1C-35B2-4BB9-96D9-9F957C46CE75}" dt="2021-10-10T14:59:30.381" v="8764" actId="1076"/>
          <ac:spMkLst>
            <pc:docMk/>
            <pc:sldMk cId="3767888718" sldId="276"/>
            <ac:spMk id="28" creationId="{EE832F42-0F71-4A34-B409-3B256F7AE0BC}"/>
          </ac:spMkLst>
        </pc:spChg>
        <pc:spChg chg="add mod">
          <ac:chgData name="Jang Jaehoon" userId="966c597570e402b5" providerId="LiveId" clId="{17D83F1C-35B2-4BB9-96D9-9F957C46CE75}" dt="2021-10-10T14:59:33.679" v="8765" actId="1076"/>
          <ac:spMkLst>
            <pc:docMk/>
            <pc:sldMk cId="3767888718" sldId="276"/>
            <ac:spMk id="29" creationId="{F9A87A42-D006-44A2-AF8B-ADB596878C7C}"/>
          </ac:spMkLst>
        </pc:spChg>
        <pc:spChg chg="add mod">
          <ac:chgData name="Jang Jaehoon" userId="966c597570e402b5" providerId="LiveId" clId="{17D83F1C-35B2-4BB9-96D9-9F957C46CE75}" dt="2021-10-10T14:59:37.200" v="8766" actId="1076"/>
          <ac:spMkLst>
            <pc:docMk/>
            <pc:sldMk cId="3767888718" sldId="276"/>
            <ac:spMk id="30" creationId="{E73BBBC9-4F8E-4A2A-BD5B-A932F907F154}"/>
          </ac:spMkLst>
        </pc:spChg>
        <pc:spChg chg="add mod">
          <ac:chgData name="Jang Jaehoon" userId="966c597570e402b5" providerId="LiveId" clId="{17D83F1C-35B2-4BB9-96D9-9F957C46CE75}" dt="2021-10-10T15:03:41.892" v="8790"/>
          <ac:spMkLst>
            <pc:docMk/>
            <pc:sldMk cId="3767888718" sldId="276"/>
            <ac:spMk id="31" creationId="{5E620B9F-70DD-41E6-BBA9-5EF8995CED71}"/>
          </ac:spMkLst>
        </pc:spChg>
      </pc:sldChg>
      <pc:sldChg chg="addSp delSp modSp add del mod">
        <pc:chgData name="Jang Jaehoon" userId="966c597570e402b5" providerId="LiveId" clId="{17D83F1C-35B2-4BB9-96D9-9F957C46CE75}" dt="2021-10-10T17:03:10.209" v="11180" actId="2696"/>
        <pc:sldMkLst>
          <pc:docMk/>
          <pc:sldMk cId="3788591504" sldId="277"/>
        </pc:sldMkLst>
        <pc:spChg chg="del mod">
          <ac:chgData name="Jang Jaehoon" userId="966c597570e402b5" providerId="LiveId" clId="{17D83F1C-35B2-4BB9-96D9-9F957C46CE75}" dt="2021-10-09T14:05:46.472" v="2242" actId="478"/>
          <ac:spMkLst>
            <pc:docMk/>
            <pc:sldMk cId="3788591504" sldId="277"/>
            <ac:spMk id="9" creationId="{FED1B84C-78E6-4B0F-AFE9-6E6D97D006D2}"/>
          </ac:spMkLst>
        </pc:spChg>
        <pc:spChg chg="del">
          <ac:chgData name="Jang Jaehoon" userId="966c597570e402b5" providerId="LiveId" clId="{17D83F1C-35B2-4BB9-96D9-9F957C46CE75}" dt="2021-10-10T14:50:10.570" v="8207" actId="478"/>
          <ac:spMkLst>
            <pc:docMk/>
            <pc:sldMk cId="3788591504" sldId="277"/>
            <ac:spMk id="11" creationId="{29E00A0D-E22B-4D16-A738-29BE767D5D80}"/>
          </ac:spMkLst>
        </pc:spChg>
        <pc:spChg chg="mod">
          <ac:chgData name="Jang Jaehoon" userId="966c597570e402b5" providerId="LiveId" clId="{17D83F1C-35B2-4BB9-96D9-9F957C46CE75}" dt="2021-10-09T14:00:45.283" v="2100" actId="120"/>
          <ac:spMkLst>
            <pc:docMk/>
            <pc:sldMk cId="3788591504" sldId="277"/>
            <ac:spMk id="13" creationId="{6458C3AD-6CFA-48FD-981B-00C2467B9B37}"/>
          </ac:spMkLst>
        </pc:spChg>
        <pc:spChg chg="add del mod">
          <ac:chgData name="Jang Jaehoon" userId="966c597570e402b5" providerId="LiveId" clId="{17D83F1C-35B2-4BB9-96D9-9F957C46CE75}" dt="2021-10-09T14:00:32.354" v="2089" actId="1076"/>
          <ac:spMkLst>
            <pc:docMk/>
            <pc:sldMk cId="3788591504" sldId="277"/>
            <ac:spMk id="15" creationId="{B2CC1490-4DBA-4294-81E8-16E23A5B9F9B}"/>
          </ac:spMkLst>
        </pc:spChg>
        <pc:spChg chg="del">
          <ac:chgData name="Jang Jaehoon" userId="966c597570e402b5" providerId="LiveId" clId="{17D83F1C-35B2-4BB9-96D9-9F957C46CE75}" dt="2021-10-09T13:59:38.470" v="2017" actId="478"/>
          <ac:spMkLst>
            <pc:docMk/>
            <pc:sldMk cId="3788591504" sldId="277"/>
            <ac:spMk id="17" creationId="{EDE9DE47-D3ED-40D8-8082-00D3C7DCBB19}"/>
          </ac:spMkLst>
        </pc:spChg>
        <pc:spChg chg="add mod">
          <ac:chgData name="Jang Jaehoon" userId="966c597570e402b5" providerId="LiveId" clId="{17D83F1C-35B2-4BB9-96D9-9F957C46CE75}" dt="2021-10-09T14:05:40.172" v="2241"/>
          <ac:spMkLst>
            <pc:docMk/>
            <pc:sldMk cId="3788591504" sldId="277"/>
            <ac:spMk id="18" creationId="{8D35F863-41FA-4559-9EDA-B9AFA7A86DAE}"/>
          </ac:spMkLst>
        </pc:spChg>
        <pc:spChg chg="add mod">
          <ac:chgData name="Jang Jaehoon" userId="966c597570e402b5" providerId="LiveId" clId="{17D83F1C-35B2-4BB9-96D9-9F957C46CE75}" dt="2021-10-10T14:50:10.832" v="8208"/>
          <ac:spMkLst>
            <pc:docMk/>
            <pc:sldMk cId="3788591504" sldId="277"/>
            <ac:spMk id="19" creationId="{7FF4D7FA-EB38-494D-B439-8DBD6BDEA55F}"/>
          </ac:spMkLst>
        </pc:spChg>
        <pc:spChg chg="del">
          <ac:chgData name="Jang Jaehoon" userId="966c597570e402b5" providerId="LiveId" clId="{17D83F1C-35B2-4BB9-96D9-9F957C46CE75}" dt="2021-10-09T13:59:38.470" v="2017" actId="478"/>
          <ac:spMkLst>
            <pc:docMk/>
            <pc:sldMk cId="3788591504" sldId="277"/>
            <ac:spMk id="21" creationId="{1FD1522C-5B97-4504-B96A-FA333CF22B46}"/>
          </ac:spMkLst>
        </pc:spChg>
      </pc:sldChg>
      <pc:sldChg chg="addSp delSp modSp add del mod">
        <pc:chgData name="Jang Jaehoon" userId="966c597570e402b5" providerId="LiveId" clId="{17D83F1C-35B2-4BB9-96D9-9F957C46CE75}" dt="2021-10-10T17:03:10.209" v="11180" actId="2696"/>
        <pc:sldMkLst>
          <pc:docMk/>
          <pc:sldMk cId="2978980773" sldId="278"/>
        </pc:sldMkLst>
        <pc:spChg chg="mod">
          <ac:chgData name="Jang Jaehoon" userId="966c597570e402b5" providerId="LiveId" clId="{17D83F1C-35B2-4BB9-96D9-9F957C46CE75}" dt="2021-10-09T14:05:16.524" v="2240" actId="1076"/>
          <ac:spMkLst>
            <pc:docMk/>
            <pc:sldMk cId="2978980773" sldId="278"/>
            <ac:spMk id="6" creationId="{07B18EB9-3AD7-428B-9B82-9090B69DCB14}"/>
          </ac:spMkLst>
        </pc:spChg>
        <pc:spChg chg="del">
          <ac:chgData name="Jang Jaehoon" userId="966c597570e402b5" providerId="LiveId" clId="{17D83F1C-35B2-4BB9-96D9-9F957C46CE75}" dt="2021-10-09T14:02:07.106" v="2230" actId="478"/>
          <ac:spMkLst>
            <pc:docMk/>
            <pc:sldMk cId="2978980773" sldId="278"/>
            <ac:spMk id="8" creationId="{8F36FACE-6ABF-4AB5-9A71-8091CBFAC157}"/>
          </ac:spMkLst>
        </pc:spChg>
        <pc:spChg chg="mod">
          <ac:chgData name="Jang Jaehoon" userId="966c597570e402b5" providerId="LiveId" clId="{17D83F1C-35B2-4BB9-96D9-9F957C46CE75}" dt="2021-10-09T14:05:02.915" v="2239" actId="1076"/>
          <ac:spMkLst>
            <pc:docMk/>
            <pc:sldMk cId="2978980773" sldId="278"/>
            <ac:spMk id="9" creationId="{FED1B84C-78E6-4B0F-AFE9-6E6D97D006D2}"/>
          </ac:spMkLst>
        </pc:spChg>
        <pc:spChg chg="add mod">
          <ac:chgData name="Jang Jaehoon" userId="966c597570e402b5" providerId="LiveId" clId="{17D83F1C-35B2-4BB9-96D9-9F957C46CE75}" dt="2021-10-10T14:50:14.612" v="8210"/>
          <ac:spMkLst>
            <pc:docMk/>
            <pc:sldMk cId="2978980773" sldId="278"/>
            <ac:spMk id="10" creationId="{40530ECF-200E-46C8-9E5F-4051A712BA87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10" creationId="{728EFC29-C44D-4C0F-B68E-04F1DB35D2D8}"/>
          </ac:spMkLst>
        </pc:spChg>
        <pc:spChg chg="del">
          <ac:chgData name="Jang Jaehoon" userId="966c597570e402b5" providerId="LiveId" clId="{17D83F1C-35B2-4BB9-96D9-9F957C46CE75}" dt="2021-10-10T14:50:14.386" v="8209" actId="478"/>
          <ac:spMkLst>
            <pc:docMk/>
            <pc:sldMk cId="2978980773" sldId="278"/>
            <ac:spMk id="11" creationId="{29E00A0D-E22B-4D16-A738-29BE767D5D80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12" creationId="{CA13CCE8-E049-4942-8F2F-2581A30BCE2F}"/>
          </ac:spMkLst>
        </pc:spChg>
        <pc:spChg chg="del">
          <ac:chgData name="Jang Jaehoon" userId="966c597570e402b5" providerId="LiveId" clId="{17D83F1C-35B2-4BB9-96D9-9F957C46CE75}" dt="2021-10-09T14:01:04.497" v="2103" actId="478"/>
          <ac:spMkLst>
            <pc:docMk/>
            <pc:sldMk cId="2978980773" sldId="278"/>
            <ac:spMk id="13" creationId="{6458C3AD-6CFA-48FD-981B-00C2467B9B37}"/>
          </ac:spMkLst>
        </pc:spChg>
        <pc:spChg chg="mod">
          <ac:chgData name="Jang Jaehoon" userId="966c597570e402b5" providerId="LiveId" clId="{17D83F1C-35B2-4BB9-96D9-9F957C46CE75}" dt="2021-10-09T14:51:06.190" v="2692" actId="404"/>
          <ac:spMkLst>
            <pc:docMk/>
            <pc:sldMk cId="2978980773" sldId="278"/>
            <ac:spMk id="15" creationId="{B2CC1490-4DBA-4294-81E8-16E23A5B9F9B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20" creationId="{4E67215B-C9CD-4467-B757-F03A5EBA454A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23" creationId="{B04DCEB8-81A6-4830-AABC-97AEC1C6C00D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24" creationId="{A11F4E2B-003D-43F3-99C5-045FB22DDBE8}"/>
          </ac:spMkLst>
        </pc:spChg>
        <pc:spChg chg="del">
          <ac:chgData name="Jang Jaehoon" userId="966c597570e402b5" providerId="LiveId" clId="{17D83F1C-35B2-4BB9-96D9-9F957C46CE75}" dt="2021-10-09T14:01:03.017" v="2102" actId="478"/>
          <ac:spMkLst>
            <pc:docMk/>
            <pc:sldMk cId="2978980773" sldId="278"/>
            <ac:spMk id="25" creationId="{60C5472D-A383-4427-9BA9-9ED4465247DD}"/>
          </ac:spMkLst>
        </pc:spChg>
      </pc:sldChg>
      <pc:sldChg chg="delSp modSp add del mod">
        <pc:chgData name="Jang Jaehoon" userId="966c597570e402b5" providerId="LiveId" clId="{17D83F1C-35B2-4BB9-96D9-9F957C46CE75}" dt="2021-10-10T12:32:38.359" v="5659" actId="47"/>
        <pc:sldMkLst>
          <pc:docMk/>
          <pc:sldMk cId="3527182658" sldId="279"/>
        </pc:sldMkLst>
        <pc:spChg chg="del mod">
          <ac:chgData name="Jang Jaehoon" userId="966c597570e402b5" providerId="LiveId" clId="{17D83F1C-35B2-4BB9-96D9-9F957C46CE75}" dt="2021-10-10T12:26:56.450" v="5502" actId="478"/>
          <ac:spMkLst>
            <pc:docMk/>
            <pc:sldMk cId="3527182658" sldId="279"/>
            <ac:spMk id="5" creationId="{5C39C6F6-F9C5-49D1-B072-76C2FC860495}"/>
          </ac:spMkLst>
        </pc:spChg>
      </pc:sldChg>
      <pc:sldChg chg="modSp add del mod">
        <pc:chgData name="Jang Jaehoon" userId="966c597570e402b5" providerId="LiveId" clId="{17D83F1C-35B2-4BB9-96D9-9F957C46CE75}" dt="2021-10-10T12:32:38.359" v="5659" actId="47"/>
        <pc:sldMkLst>
          <pc:docMk/>
          <pc:sldMk cId="4047098009" sldId="280"/>
        </pc:sldMkLst>
        <pc:spChg chg="mod">
          <ac:chgData name="Jang Jaehoon" userId="966c597570e402b5" providerId="LiveId" clId="{17D83F1C-35B2-4BB9-96D9-9F957C46CE75}" dt="2021-10-10T12:25:55.507" v="5475" actId="20577"/>
          <ac:spMkLst>
            <pc:docMk/>
            <pc:sldMk cId="4047098009" sldId="280"/>
            <ac:spMk id="5" creationId="{5C39C6F6-F9C5-49D1-B072-76C2FC860495}"/>
          </ac:spMkLst>
        </pc:spChg>
      </pc:sldChg>
      <pc:sldChg chg="addSp modSp new del">
        <pc:chgData name="Jang Jaehoon" userId="966c597570e402b5" providerId="LiveId" clId="{17D83F1C-35B2-4BB9-96D9-9F957C46CE75}" dt="2021-10-10T14:50:21.680" v="8212" actId="2696"/>
        <pc:sldMkLst>
          <pc:docMk/>
          <pc:sldMk cId="3441760244" sldId="281"/>
        </pc:sldMkLst>
        <pc:spChg chg="add mod">
          <ac:chgData name="Jang Jaehoon" userId="966c597570e402b5" providerId="LiveId" clId="{17D83F1C-35B2-4BB9-96D9-9F957C46CE75}" dt="2021-10-10T14:50:17.466" v="8211"/>
          <ac:spMkLst>
            <pc:docMk/>
            <pc:sldMk cId="3441760244" sldId="281"/>
            <ac:spMk id="4" creationId="{A8371B6E-2897-4320-8A4A-BCB2A2C1BB97}"/>
          </ac:spMkLst>
        </pc:spChg>
      </pc:sldChg>
      <pc:sldChg chg="addSp delSp modSp add mod ord">
        <pc:chgData name="Jang Jaehoon" userId="966c597570e402b5" providerId="LiveId" clId="{17D83F1C-35B2-4BB9-96D9-9F957C46CE75}" dt="2021-10-10T12:37:58.742" v="5947"/>
        <pc:sldMkLst>
          <pc:docMk/>
          <pc:sldMk cId="2299560440" sldId="282"/>
        </pc:sldMkLst>
        <pc:spChg chg="del">
          <ac:chgData name="Jang Jaehoon" userId="966c597570e402b5" providerId="LiveId" clId="{17D83F1C-35B2-4BB9-96D9-9F957C46CE75}" dt="2021-10-10T10:14:03.044" v="5309" actId="478"/>
          <ac:spMkLst>
            <pc:docMk/>
            <pc:sldMk cId="2299560440" sldId="282"/>
            <ac:spMk id="2" creationId="{2B5357D5-49EF-41B3-BF6D-4F1D3A7D5BE3}"/>
          </ac:spMkLst>
        </pc:spChg>
        <pc:spChg chg="del">
          <ac:chgData name="Jang Jaehoon" userId="966c597570e402b5" providerId="LiveId" clId="{17D83F1C-35B2-4BB9-96D9-9F957C46CE75}" dt="2021-10-10T11:30:43.800" v="5350" actId="478"/>
          <ac:spMkLst>
            <pc:docMk/>
            <pc:sldMk cId="2299560440" sldId="282"/>
            <ac:spMk id="8" creationId="{0E4DA771-7666-42AB-ABCC-879C5C0AAFEF}"/>
          </ac:spMkLst>
        </pc:spChg>
        <pc:spChg chg="del">
          <ac:chgData name="Jang Jaehoon" userId="966c597570e402b5" providerId="LiveId" clId="{17D83F1C-35B2-4BB9-96D9-9F957C46CE75}" dt="2021-10-10T10:14:13.105" v="5310" actId="478"/>
          <ac:spMkLst>
            <pc:docMk/>
            <pc:sldMk cId="2299560440" sldId="282"/>
            <ac:spMk id="9" creationId="{FED1B84C-78E6-4B0F-AFE9-6E6D97D006D2}"/>
          </ac:spMkLst>
        </pc:spChg>
        <pc:spChg chg="del">
          <ac:chgData name="Jang Jaehoon" userId="966c597570e402b5" providerId="LiveId" clId="{17D83F1C-35B2-4BB9-96D9-9F957C46CE75}" dt="2021-10-10T10:14:13.105" v="5310" actId="478"/>
          <ac:spMkLst>
            <pc:docMk/>
            <pc:sldMk cId="2299560440" sldId="282"/>
            <ac:spMk id="10" creationId="{365C5B90-D38E-4B00-A4F0-DE26882F612D}"/>
          </ac:spMkLst>
        </pc:spChg>
        <pc:spChg chg="add mod">
          <ac:chgData name="Jang Jaehoon" userId="966c597570e402b5" providerId="LiveId" clId="{17D83F1C-35B2-4BB9-96D9-9F957C46CE75}" dt="2021-10-10T11:33:03.590" v="5372" actId="20577"/>
          <ac:spMkLst>
            <pc:docMk/>
            <pc:sldMk cId="2299560440" sldId="282"/>
            <ac:spMk id="11" creationId="{B3F2ACE1-C0F6-48A6-87B0-BF06A1E1941A}"/>
          </ac:spMkLst>
        </pc:spChg>
        <pc:spChg chg="mod">
          <ac:chgData name="Jang Jaehoon" userId="966c597570e402b5" providerId="LiveId" clId="{17D83F1C-35B2-4BB9-96D9-9F957C46CE75}" dt="2021-10-10T11:31:10.751" v="5356"/>
          <ac:spMkLst>
            <pc:docMk/>
            <pc:sldMk cId="2299560440" sldId="282"/>
            <ac:spMk id="13" creationId="{46C06F58-D83A-44F9-B86B-DE864F2030CA}"/>
          </ac:spMkLst>
        </pc:spChg>
        <pc:spChg chg="del">
          <ac:chgData name="Jang Jaehoon" userId="966c597570e402b5" providerId="LiveId" clId="{17D83F1C-35B2-4BB9-96D9-9F957C46CE75}" dt="2021-10-10T10:14:03.044" v="5309" actId="478"/>
          <ac:spMkLst>
            <pc:docMk/>
            <pc:sldMk cId="2299560440" sldId="282"/>
            <ac:spMk id="16" creationId="{73142493-B1AB-457F-AF6F-1CD5AEADF425}"/>
          </ac:spMkLst>
        </pc:spChg>
      </pc:sldChg>
      <pc:sldChg chg="addSp delSp modSp add mod ord">
        <pc:chgData name="Jang Jaehoon" userId="966c597570e402b5" providerId="LiveId" clId="{17D83F1C-35B2-4BB9-96D9-9F957C46CE75}" dt="2021-10-10T13:17:12.205" v="7261"/>
        <pc:sldMkLst>
          <pc:docMk/>
          <pc:sldMk cId="1158338716" sldId="283"/>
        </pc:sldMkLst>
        <pc:spChg chg="add mod">
          <ac:chgData name="Jang Jaehoon" userId="966c597570e402b5" providerId="LiveId" clId="{17D83F1C-35B2-4BB9-96D9-9F957C46CE75}" dt="2021-10-10T11:33:55.619" v="5405"/>
          <ac:spMkLst>
            <pc:docMk/>
            <pc:sldMk cId="1158338716" sldId="283"/>
            <ac:spMk id="6" creationId="{72680738-3CBB-406E-A66D-19AEA968062A}"/>
          </ac:spMkLst>
        </pc:spChg>
        <pc:spChg chg="mod">
          <ac:chgData name="Jang Jaehoon" userId="966c597570e402b5" providerId="LiveId" clId="{17D83F1C-35B2-4BB9-96D9-9F957C46CE75}" dt="2021-10-10T13:17:12.205" v="7261"/>
          <ac:spMkLst>
            <pc:docMk/>
            <pc:sldMk cId="1158338716" sldId="283"/>
            <ac:spMk id="11" creationId="{B3F2ACE1-C0F6-48A6-87B0-BF06A1E1941A}"/>
          </ac:spMkLst>
        </pc:spChg>
        <pc:spChg chg="del">
          <ac:chgData name="Jang Jaehoon" userId="966c597570e402b5" providerId="LiveId" clId="{17D83F1C-35B2-4BB9-96D9-9F957C46CE75}" dt="2021-10-10T11:33:55.272" v="5404" actId="478"/>
          <ac:spMkLst>
            <pc:docMk/>
            <pc:sldMk cId="1158338716" sldId="283"/>
            <ac:spMk id="12" creationId="{323B704C-0C28-4768-B7A9-473E076947C2}"/>
          </ac:spMkLst>
        </pc:spChg>
      </pc:sldChg>
      <pc:sldChg chg="modSp add mod ord">
        <pc:chgData name="Jang Jaehoon" userId="966c597570e402b5" providerId="LiveId" clId="{17D83F1C-35B2-4BB9-96D9-9F957C46CE75}" dt="2021-10-10T16:01:32.791" v="9693"/>
        <pc:sldMkLst>
          <pc:docMk/>
          <pc:sldMk cId="2623360668" sldId="284"/>
        </pc:sldMkLst>
        <pc:spChg chg="mod">
          <ac:chgData name="Jang Jaehoon" userId="966c597570e402b5" providerId="LiveId" clId="{17D83F1C-35B2-4BB9-96D9-9F957C46CE75}" dt="2021-10-10T16:01:32.791" v="9693"/>
          <ac:spMkLst>
            <pc:docMk/>
            <pc:sldMk cId="2623360668" sldId="284"/>
            <ac:spMk id="11" creationId="{B3F2ACE1-C0F6-48A6-87B0-BF06A1E1941A}"/>
          </ac:spMkLst>
        </pc:spChg>
        <pc:spChg chg="mod">
          <ac:chgData name="Jang Jaehoon" userId="966c597570e402b5" providerId="LiveId" clId="{17D83F1C-35B2-4BB9-96D9-9F957C46CE75}" dt="2021-10-10T11:33:42.118" v="5403"/>
          <ac:spMkLst>
            <pc:docMk/>
            <pc:sldMk cId="2623360668" sldId="284"/>
            <ac:spMk id="12" creationId="{323B704C-0C28-4768-B7A9-473E076947C2}"/>
          </ac:spMkLst>
        </pc:spChg>
      </pc:sldChg>
      <pc:sldChg chg="modSp add mod ord">
        <pc:chgData name="Jang Jaehoon" userId="966c597570e402b5" providerId="LiveId" clId="{17D83F1C-35B2-4BB9-96D9-9F957C46CE75}" dt="2021-10-10T14:08:46.810" v="7279"/>
        <pc:sldMkLst>
          <pc:docMk/>
          <pc:sldMk cId="661239611" sldId="285"/>
        </pc:sldMkLst>
        <pc:spChg chg="mod">
          <ac:chgData name="Jang Jaehoon" userId="966c597570e402b5" providerId="LiveId" clId="{17D83F1C-35B2-4BB9-96D9-9F957C46CE75}" dt="2021-10-10T12:23:45.316" v="5444" actId="20577"/>
          <ac:spMkLst>
            <pc:docMk/>
            <pc:sldMk cId="661239611" sldId="285"/>
            <ac:spMk id="11" creationId="{B3F2ACE1-C0F6-48A6-87B0-BF06A1E1941A}"/>
          </ac:spMkLst>
        </pc:spChg>
        <pc:spChg chg="mod">
          <ac:chgData name="Jang Jaehoon" userId="966c597570e402b5" providerId="LiveId" clId="{17D83F1C-35B2-4BB9-96D9-9F957C46CE75}" dt="2021-10-10T14:08:46.810" v="7279"/>
          <ac:spMkLst>
            <pc:docMk/>
            <pc:sldMk cId="661239611" sldId="285"/>
            <ac:spMk id="12" creationId="{323B704C-0C28-4768-B7A9-473E076947C2}"/>
          </ac:spMkLst>
        </pc:spChg>
      </pc:sldChg>
      <pc:sldChg chg="addSp delSp modSp add mod">
        <pc:chgData name="Jang Jaehoon" userId="966c597570e402b5" providerId="LiveId" clId="{17D83F1C-35B2-4BB9-96D9-9F957C46CE75}" dt="2021-10-10T14:27:16.369" v="7544" actId="21"/>
        <pc:sldMkLst>
          <pc:docMk/>
          <pc:sldMk cId="4226564349" sldId="286"/>
        </pc:sldMkLst>
        <pc:spChg chg="mod">
          <ac:chgData name="Jang Jaehoon" userId="966c597570e402b5" providerId="LiveId" clId="{17D83F1C-35B2-4BB9-96D9-9F957C46CE75}" dt="2021-10-10T12:56:20.300" v="6680"/>
          <ac:spMkLst>
            <pc:docMk/>
            <pc:sldMk cId="4226564349" sldId="286"/>
            <ac:spMk id="5" creationId="{5C39C6F6-F9C5-49D1-B072-76C2FC860495}"/>
          </ac:spMkLst>
        </pc:spChg>
        <pc:spChg chg="add del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6" creationId="{D381C734-8EE2-4F55-8D29-C6FF10DD80E1}"/>
          </ac:spMkLst>
        </pc:spChg>
        <pc:spChg chg="add del mod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11" creationId="{99346E2B-17DE-411D-804A-B93F612A8017}"/>
          </ac:spMkLst>
        </pc:spChg>
        <pc:spChg chg="add del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12" creationId="{926DD836-25F7-4CE1-AFC1-3090DAAA5E36}"/>
          </ac:spMkLst>
        </pc:spChg>
        <pc:spChg chg="del">
          <ac:chgData name="Jang Jaehoon" userId="966c597570e402b5" providerId="LiveId" clId="{17D83F1C-35B2-4BB9-96D9-9F957C46CE75}" dt="2021-10-10T13:19:03.445" v="7267" actId="478"/>
          <ac:spMkLst>
            <pc:docMk/>
            <pc:sldMk cId="4226564349" sldId="286"/>
            <ac:spMk id="13" creationId="{CCA28D01-9639-4D88-9EB4-FF8B35F6B692}"/>
          </ac:spMkLst>
        </pc:spChg>
        <pc:spChg chg="add mod">
          <ac:chgData name="Jang Jaehoon" userId="966c597570e402b5" providerId="LiveId" clId="{17D83F1C-35B2-4BB9-96D9-9F957C46CE75}" dt="2021-10-10T12:59:44.581" v="6801" actId="1076"/>
          <ac:spMkLst>
            <pc:docMk/>
            <pc:sldMk cId="4226564349" sldId="286"/>
            <ac:spMk id="14" creationId="{2BE79994-FE58-4CD2-A2DD-E7A542DE714D}"/>
          </ac:spMkLst>
        </pc:spChg>
        <pc:spChg chg="add mod">
          <ac:chgData name="Jang Jaehoon" userId="966c597570e402b5" providerId="LiveId" clId="{17D83F1C-35B2-4BB9-96D9-9F957C46CE75}" dt="2021-10-10T12:57:01.731" v="6720"/>
          <ac:spMkLst>
            <pc:docMk/>
            <pc:sldMk cId="4226564349" sldId="286"/>
            <ac:spMk id="15" creationId="{4E4CD62D-9394-4218-B71F-5DBB277DA2C1}"/>
          </ac:spMkLst>
        </pc:spChg>
        <pc:spChg chg="add del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16" creationId="{E0889025-FFD1-49E6-B855-36C6A31C7D81}"/>
          </ac:spMkLst>
        </pc:spChg>
        <pc:spChg chg="add mod">
          <ac:chgData name="Jang Jaehoon" userId="966c597570e402b5" providerId="LiveId" clId="{17D83F1C-35B2-4BB9-96D9-9F957C46CE75}" dt="2021-10-10T12:59:13.015" v="6796" actId="1076"/>
          <ac:spMkLst>
            <pc:docMk/>
            <pc:sldMk cId="4226564349" sldId="286"/>
            <ac:spMk id="17" creationId="{738E6357-0AE8-4CBD-84D2-F3657DFBF35E}"/>
          </ac:spMkLst>
        </pc:spChg>
        <pc:spChg chg="add mod">
          <ac:chgData name="Jang Jaehoon" userId="966c597570e402b5" providerId="LiveId" clId="{17D83F1C-35B2-4BB9-96D9-9F957C46CE75}" dt="2021-10-10T12:58:44.671" v="6791" actId="1076"/>
          <ac:spMkLst>
            <pc:docMk/>
            <pc:sldMk cId="4226564349" sldId="286"/>
            <ac:spMk id="18" creationId="{668AB2F0-A26D-4C4D-AEA2-BB6DCA8605DE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19" creationId="{29B9BFC8-8BD9-412B-AA6C-B1AE0C75152F}"/>
          </ac:spMkLst>
        </pc:spChg>
        <pc:spChg chg="add del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20" creationId="{49632630-D923-487D-991A-F40D60AFDDEF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21" creationId="{72252B5C-B03F-4728-8FEA-6A615370A322}"/>
          </ac:spMkLst>
        </pc:spChg>
        <pc:spChg chg="add del">
          <ac:chgData name="Jang Jaehoon" userId="966c597570e402b5" providerId="LiveId" clId="{17D83F1C-35B2-4BB9-96D9-9F957C46CE75}" dt="2021-10-10T12:56:49.228" v="6706" actId="478"/>
          <ac:spMkLst>
            <pc:docMk/>
            <pc:sldMk cId="4226564349" sldId="286"/>
            <ac:spMk id="22" creationId="{628A2E7F-5EDD-48D5-A9DA-6EA7D116DE02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23" creationId="{BB15856B-99A6-4FA1-8788-2176136558B2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24" creationId="{ECF41A14-9FF7-409D-8345-2DC1EDCC72FA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25" creationId="{28BC0707-1238-49F8-B09E-CD69734B0809}"/>
          </ac:spMkLst>
        </pc:spChg>
        <pc:spChg chg="add del mod">
          <ac:chgData name="Jang Jaehoon" userId="966c597570e402b5" providerId="LiveId" clId="{17D83F1C-35B2-4BB9-96D9-9F957C46CE75}" dt="2021-10-10T14:27:16.369" v="7544" actId="21"/>
          <ac:spMkLst>
            <pc:docMk/>
            <pc:sldMk cId="4226564349" sldId="286"/>
            <ac:spMk id="26" creationId="{8778F0BA-52A3-490C-B3A2-74A967E644C3}"/>
          </ac:spMkLst>
        </pc:spChg>
        <pc:spChg chg="add del mod">
          <ac:chgData name="Jang Jaehoon" userId="966c597570e402b5" providerId="LiveId" clId="{17D83F1C-35B2-4BB9-96D9-9F957C46CE75}" dt="2021-10-10T13:01:15.713" v="6811" actId="478"/>
          <ac:spMkLst>
            <pc:docMk/>
            <pc:sldMk cId="4226564349" sldId="286"/>
            <ac:spMk id="27" creationId="{1173389B-1DDF-41B5-9615-9AA0C6AB25D9}"/>
          </ac:spMkLst>
        </pc:spChg>
        <pc:spChg chg="add del mod">
          <ac:chgData name="Jang Jaehoon" userId="966c597570e402b5" providerId="LiveId" clId="{17D83F1C-35B2-4BB9-96D9-9F957C46CE75}" dt="2021-10-10T13:01:15.713" v="6811" actId="478"/>
          <ac:spMkLst>
            <pc:docMk/>
            <pc:sldMk cId="4226564349" sldId="286"/>
            <ac:spMk id="28" creationId="{848FF4F8-7788-412B-940A-65D1020CF75C}"/>
          </ac:spMkLst>
        </pc:spChg>
        <pc:spChg chg="add mod">
          <ac:chgData name="Jang Jaehoon" userId="966c597570e402b5" providerId="LiveId" clId="{17D83F1C-35B2-4BB9-96D9-9F957C46CE75}" dt="2021-10-10T13:19:03.697" v="7268"/>
          <ac:spMkLst>
            <pc:docMk/>
            <pc:sldMk cId="4226564349" sldId="286"/>
            <ac:spMk id="29" creationId="{F51593C6-AC1B-4DBD-8EBA-61650113BB5E}"/>
          </ac:spMkLst>
        </pc:spChg>
      </pc:sldChg>
      <pc:sldChg chg="addSp delSp modSp add mod ord">
        <pc:chgData name="Jang Jaehoon" userId="966c597570e402b5" providerId="LiveId" clId="{17D83F1C-35B2-4BB9-96D9-9F957C46CE75}" dt="2021-10-10T15:42:09.089" v="9087" actId="403"/>
        <pc:sldMkLst>
          <pc:docMk/>
          <pc:sldMk cId="624809781" sldId="287"/>
        </pc:sldMkLst>
        <pc:spChg chg="mod">
          <ac:chgData name="Jang Jaehoon" userId="966c597570e402b5" providerId="LiveId" clId="{17D83F1C-35B2-4BB9-96D9-9F957C46CE75}" dt="2021-10-10T15:42:09.089" v="9087" actId="403"/>
          <ac:spMkLst>
            <pc:docMk/>
            <pc:sldMk cId="624809781" sldId="287"/>
            <ac:spMk id="11" creationId="{99346E2B-17DE-411D-804A-B93F612A8017}"/>
          </ac:spMkLst>
        </pc:spChg>
        <pc:spChg chg="del">
          <ac:chgData name="Jang Jaehoon" userId="966c597570e402b5" providerId="LiveId" clId="{17D83F1C-35B2-4BB9-96D9-9F957C46CE75}" dt="2021-10-10T13:10:29.771" v="7008" actId="478"/>
          <ac:spMkLst>
            <pc:docMk/>
            <pc:sldMk cId="624809781" sldId="287"/>
            <ac:spMk id="18" creationId="{797B0E03-7B2A-4ED9-AFA9-72E3B9ED70CE}"/>
          </ac:spMkLst>
        </pc:spChg>
        <pc:spChg chg="del">
          <ac:chgData name="Jang Jaehoon" userId="966c597570e402b5" providerId="LiveId" clId="{17D83F1C-35B2-4BB9-96D9-9F957C46CE75}" dt="2021-10-10T13:10:29.771" v="7008" actId="478"/>
          <ac:spMkLst>
            <pc:docMk/>
            <pc:sldMk cId="624809781" sldId="287"/>
            <ac:spMk id="19" creationId="{3B6EBBFF-8DC5-4306-BA1E-1E4937E5D97B}"/>
          </ac:spMkLst>
        </pc:spChg>
        <pc:spChg chg="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0" creationId="{49632630-D923-487D-991A-F40D60AFDDEF}"/>
          </ac:spMkLst>
        </pc:spChg>
        <pc:spChg chg="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1" creationId="{769A937F-FAF7-4225-B919-3D1DF5589A28}"/>
          </ac:spMkLst>
        </pc:spChg>
        <pc:spChg chg="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2" creationId="{628A2E7F-5EDD-48D5-A9DA-6EA7D116DE02}"/>
          </ac:spMkLst>
        </pc:spChg>
        <pc:spChg chg="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3" creationId="{4DBFE155-1155-467C-B1D5-6B59CFDFB339}"/>
          </ac:spMkLst>
        </pc:spChg>
        <pc:spChg chg="add mod">
          <ac:chgData name="Jang Jaehoon" userId="966c597570e402b5" providerId="LiveId" clId="{17D83F1C-35B2-4BB9-96D9-9F957C46CE75}" dt="2021-10-10T13:09:39.416" v="6912"/>
          <ac:spMkLst>
            <pc:docMk/>
            <pc:sldMk cId="624809781" sldId="287"/>
            <ac:spMk id="24" creationId="{4D0F6AA6-9182-4688-81F3-FF42E2AF7C87}"/>
          </ac:spMkLst>
        </pc:spChg>
        <pc:spChg chg="del">
          <ac:chgData name="Jang Jaehoon" userId="966c597570e402b5" providerId="LiveId" clId="{17D83F1C-35B2-4BB9-96D9-9F957C46CE75}" dt="2021-10-10T13:09:39.027" v="6911" actId="478"/>
          <ac:spMkLst>
            <pc:docMk/>
            <pc:sldMk cId="624809781" sldId="287"/>
            <ac:spMk id="25" creationId="{877D5FF6-0E76-4CE1-9954-CDED75B17C17}"/>
          </ac:spMkLst>
        </pc:spChg>
        <pc:spChg chg="add mod">
          <ac:chgData name="Jang Jaehoon" userId="966c597570e402b5" providerId="LiveId" clId="{17D83F1C-35B2-4BB9-96D9-9F957C46CE75}" dt="2021-10-10T15:42:09.089" v="9087" actId="403"/>
          <ac:spMkLst>
            <pc:docMk/>
            <pc:sldMk cId="624809781" sldId="287"/>
            <ac:spMk id="26" creationId="{F45FFF3E-0E6C-4CB4-AF0B-C80E56616123}"/>
          </ac:spMkLst>
        </pc:spChg>
        <pc:spChg chg="mod">
          <ac:chgData name="Jang Jaehoon" userId="966c597570e402b5" providerId="LiveId" clId="{17D83F1C-35B2-4BB9-96D9-9F957C46CE75}" dt="2021-10-10T13:10:08.857" v="6972"/>
          <ac:spMkLst>
            <pc:docMk/>
            <pc:sldMk cId="624809781" sldId="287"/>
            <ac:spMk id="27" creationId="{2364D59E-8129-42EF-84E9-C46B2D500244}"/>
          </ac:spMkLst>
        </pc:spChg>
        <pc:spChg chg="add 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8" creationId="{EDAE34B2-1BC7-4EFB-80BE-101BF5573C6C}"/>
          </ac:spMkLst>
        </pc:spChg>
        <pc:spChg chg="add mod">
          <ac:chgData name="Jang Jaehoon" userId="966c597570e402b5" providerId="LiveId" clId="{17D83F1C-35B2-4BB9-96D9-9F957C46CE75}" dt="2021-10-10T14:14:10.197" v="7392" actId="1076"/>
          <ac:spMkLst>
            <pc:docMk/>
            <pc:sldMk cId="624809781" sldId="287"/>
            <ac:spMk id="29" creationId="{8AE4BD21-C161-47FE-BC97-310F4706F684}"/>
          </ac:spMkLst>
        </pc:spChg>
      </pc:sldChg>
      <pc:sldChg chg="addSp delSp modSp add mod">
        <pc:chgData name="Jang Jaehoon" userId="966c597570e402b5" providerId="LiveId" clId="{17D83F1C-35B2-4BB9-96D9-9F957C46CE75}" dt="2021-10-10T15:43:57.617" v="9116" actId="1076"/>
        <pc:sldMkLst>
          <pc:docMk/>
          <pc:sldMk cId="93173950" sldId="288"/>
        </pc:sldMkLst>
        <pc:spChg chg="mod">
          <ac:chgData name="Jang Jaehoon" userId="966c597570e402b5" providerId="LiveId" clId="{17D83F1C-35B2-4BB9-96D9-9F957C46CE75}" dt="2021-10-10T15:37:55.696" v="9012"/>
          <ac:spMkLst>
            <pc:docMk/>
            <pc:sldMk cId="93173950" sldId="288"/>
            <ac:spMk id="2" creationId="{593EC9D2-EB43-4BB4-BAE4-6D16FF7F026A}"/>
          </ac:spMkLst>
        </pc:spChg>
        <pc:spChg chg="add mod">
          <ac:chgData name="Jang Jaehoon" userId="966c597570e402b5" providerId="LiveId" clId="{17D83F1C-35B2-4BB9-96D9-9F957C46CE75}" dt="2021-10-10T15:43:57.617" v="9116" actId="1076"/>
          <ac:spMkLst>
            <pc:docMk/>
            <pc:sldMk cId="93173950" sldId="288"/>
            <ac:spMk id="4" creationId="{A63A015B-E3C1-4F59-92D3-5D2A9AA7EC0B}"/>
          </ac:spMkLst>
        </pc:spChg>
        <pc:spChg chg="mod">
          <ac:chgData name="Jang Jaehoon" userId="966c597570e402b5" providerId="LiveId" clId="{17D83F1C-35B2-4BB9-96D9-9F957C46CE75}" dt="2021-10-10T15:39:30.423" v="9050" actId="14100"/>
          <ac:spMkLst>
            <pc:docMk/>
            <pc:sldMk cId="93173950" sldId="288"/>
            <ac:spMk id="6" creationId="{D381C734-8EE2-4F55-8D29-C6FF10DD80E1}"/>
          </ac:spMkLst>
        </pc:spChg>
        <pc:spChg chg="del mod">
          <ac:chgData name="Jang Jaehoon" userId="966c597570e402b5" providerId="LiveId" clId="{17D83F1C-35B2-4BB9-96D9-9F957C46CE75}" dt="2021-10-10T13:13:30.438" v="7161" actId="478"/>
          <ac:spMkLst>
            <pc:docMk/>
            <pc:sldMk cId="93173950" sldId="288"/>
            <ac:spMk id="11" creationId="{99346E2B-17DE-411D-804A-B93F612A8017}"/>
          </ac:spMkLst>
        </pc:spChg>
        <pc:spChg chg="mod">
          <ac:chgData name="Jang Jaehoon" userId="966c597570e402b5" providerId="LiveId" clId="{17D83F1C-35B2-4BB9-96D9-9F957C46CE75}" dt="2021-10-10T15:39:30.423" v="9050" actId="14100"/>
          <ac:spMkLst>
            <pc:docMk/>
            <pc:sldMk cId="93173950" sldId="288"/>
            <ac:spMk id="16" creationId="{E0889025-FFD1-49E6-B855-36C6A31C7D81}"/>
          </ac:spMkLst>
        </pc:spChg>
        <pc:spChg chg="mod">
          <ac:chgData name="Jang Jaehoon" userId="966c597570e402b5" providerId="LiveId" clId="{17D83F1C-35B2-4BB9-96D9-9F957C46CE75}" dt="2021-10-10T15:39:05.094" v="9045" actId="1076"/>
          <ac:spMkLst>
            <pc:docMk/>
            <pc:sldMk cId="93173950" sldId="288"/>
            <ac:spMk id="17" creationId="{D5E6D6FE-FF5B-4D78-B342-E3530734AB76}"/>
          </ac:spMkLst>
        </pc:spChg>
        <pc:spChg chg="add mod">
          <ac:chgData name="Jang Jaehoon" userId="966c597570e402b5" providerId="LiveId" clId="{17D83F1C-35B2-4BB9-96D9-9F957C46CE75}" dt="2021-10-10T15:43:15.999" v="9099" actId="20577"/>
          <ac:spMkLst>
            <pc:docMk/>
            <pc:sldMk cId="93173950" sldId="288"/>
            <ac:spMk id="18" creationId="{A32731C6-6A93-44BC-ACE8-D8B1266AE602}"/>
          </ac:spMkLst>
        </pc:spChg>
        <pc:spChg chg="add del mod">
          <ac:chgData name="Jang Jaehoon" userId="966c597570e402b5" providerId="LiveId" clId="{17D83F1C-35B2-4BB9-96D9-9F957C46CE75}" dt="2021-10-10T13:13:30.438" v="7161" actId="478"/>
          <ac:spMkLst>
            <pc:docMk/>
            <pc:sldMk cId="93173950" sldId="288"/>
            <ac:spMk id="19" creationId="{7728E6BD-0AD3-4943-9215-FFDD596F5656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0" creationId="{49632630-D923-487D-991A-F40D60AFDDEF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1" creationId="{769A937F-FAF7-4225-B919-3D1DF5589A28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2" creationId="{628A2E7F-5EDD-48D5-A9DA-6EA7D116DE02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3" creationId="{4DBFE155-1155-467C-B1D5-6B59CFDFB339}"/>
          </ac:spMkLst>
        </pc:spChg>
        <pc:spChg chg="add del mod">
          <ac:chgData name="Jang Jaehoon" userId="966c597570e402b5" providerId="LiveId" clId="{17D83F1C-35B2-4BB9-96D9-9F957C46CE75}" dt="2021-10-10T15:39:42.082" v="9051" actId="478"/>
          <ac:spMkLst>
            <pc:docMk/>
            <pc:sldMk cId="93173950" sldId="288"/>
            <ac:spMk id="25" creationId="{A4C3D077-8E2A-4B06-8240-8F6008C4E10A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6" creationId="{F45FFF3E-0E6C-4CB4-AF0B-C80E56616123}"/>
          </ac:spMkLst>
        </pc:spChg>
        <pc:spChg chg="mod">
          <ac:chgData name="Jang Jaehoon" userId="966c597570e402b5" providerId="LiveId" clId="{17D83F1C-35B2-4BB9-96D9-9F957C46CE75}" dt="2021-10-10T13:11:54.227" v="7074"/>
          <ac:spMkLst>
            <pc:docMk/>
            <pc:sldMk cId="93173950" sldId="288"/>
            <ac:spMk id="27" creationId="{2364D59E-8129-42EF-84E9-C46B2D500244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8" creationId="{EDAE34B2-1BC7-4EFB-80BE-101BF5573C6C}"/>
          </ac:spMkLst>
        </pc:spChg>
        <pc:spChg chg="del">
          <ac:chgData name="Jang Jaehoon" userId="966c597570e402b5" providerId="LiveId" clId="{17D83F1C-35B2-4BB9-96D9-9F957C46CE75}" dt="2021-10-10T13:11:30.903" v="7045" actId="478"/>
          <ac:spMkLst>
            <pc:docMk/>
            <pc:sldMk cId="93173950" sldId="288"/>
            <ac:spMk id="29" creationId="{8AE4BD21-C161-47FE-BC97-310F4706F684}"/>
          </ac:spMkLst>
        </pc:spChg>
        <pc:spChg chg="add mod">
          <ac:chgData name="Jang Jaehoon" userId="966c597570e402b5" providerId="LiveId" clId="{17D83F1C-35B2-4BB9-96D9-9F957C46CE75}" dt="2021-10-10T15:43:39.045" v="9110" actId="20577"/>
          <ac:spMkLst>
            <pc:docMk/>
            <pc:sldMk cId="93173950" sldId="288"/>
            <ac:spMk id="30" creationId="{6491184B-CDD8-4699-A10A-7ECDA2528E56}"/>
          </ac:spMkLst>
        </pc:spChg>
        <pc:spChg chg="add del mod">
          <ac:chgData name="Jang Jaehoon" userId="966c597570e402b5" providerId="LiveId" clId="{17D83F1C-35B2-4BB9-96D9-9F957C46CE75}" dt="2021-10-10T15:39:42.082" v="9051" actId="478"/>
          <ac:spMkLst>
            <pc:docMk/>
            <pc:sldMk cId="93173950" sldId="288"/>
            <ac:spMk id="31" creationId="{4A32EE6C-ADAE-444C-8514-6A2F56A1772C}"/>
          </ac:spMkLst>
        </pc:spChg>
        <pc:spChg chg="add mod">
          <ac:chgData name="Jang Jaehoon" userId="966c597570e402b5" providerId="LiveId" clId="{17D83F1C-35B2-4BB9-96D9-9F957C46CE75}" dt="2021-10-10T15:42:16.898" v="9088" actId="403"/>
          <ac:spMkLst>
            <pc:docMk/>
            <pc:sldMk cId="93173950" sldId="288"/>
            <ac:spMk id="32" creationId="{BF5AD088-3829-4DCF-93CC-95FC423CFC7A}"/>
          </ac:spMkLst>
        </pc:spChg>
        <pc:spChg chg="add mod">
          <ac:chgData name="Jang Jaehoon" userId="966c597570e402b5" providerId="LiveId" clId="{17D83F1C-35B2-4BB9-96D9-9F957C46CE75}" dt="2021-10-10T15:42:16.898" v="9088" actId="403"/>
          <ac:spMkLst>
            <pc:docMk/>
            <pc:sldMk cId="93173950" sldId="288"/>
            <ac:spMk id="33" creationId="{0F7A44C8-2BF3-4257-84D5-95B716CC2E81}"/>
          </ac:spMkLst>
        </pc:spChg>
        <pc:spChg chg="add del mod">
          <ac:chgData name="Jang Jaehoon" userId="966c597570e402b5" providerId="LiveId" clId="{17D83F1C-35B2-4BB9-96D9-9F957C46CE75}" dt="2021-10-10T15:39:22.271" v="9049" actId="478"/>
          <ac:spMkLst>
            <pc:docMk/>
            <pc:sldMk cId="93173950" sldId="288"/>
            <ac:spMk id="34" creationId="{9374C147-F38D-46DB-8B10-4683D455ECFD}"/>
          </ac:spMkLst>
        </pc:spChg>
        <pc:spChg chg="add del mod">
          <ac:chgData name="Jang Jaehoon" userId="966c597570e402b5" providerId="LiveId" clId="{17D83F1C-35B2-4BB9-96D9-9F957C46CE75}" dt="2021-10-10T15:39:22.271" v="9049" actId="478"/>
          <ac:spMkLst>
            <pc:docMk/>
            <pc:sldMk cId="93173950" sldId="288"/>
            <ac:spMk id="35" creationId="{EA6335EE-D531-4FF3-AE02-618F9C899E49}"/>
          </ac:spMkLst>
        </pc:spChg>
        <pc:spChg chg="add mod">
          <ac:chgData name="Jang Jaehoon" userId="966c597570e402b5" providerId="LiveId" clId="{17D83F1C-35B2-4BB9-96D9-9F957C46CE75}" dt="2021-10-10T15:43:57.617" v="9116" actId="1076"/>
          <ac:spMkLst>
            <pc:docMk/>
            <pc:sldMk cId="93173950" sldId="288"/>
            <ac:spMk id="36" creationId="{3B356DC4-8448-42A8-8E65-F50D22EFEE9D}"/>
          </ac:spMkLst>
        </pc:spChg>
        <pc:spChg chg="add mod">
          <ac:chgData name="Jang Jaehoon" userId="966c597570e402b5" providerId="LiveId" clId="{17D83F1C-35B2-4BB9-96D9-9F957C46CE75}" dt="2021-10-10T15:43:22.417" v="9103" actId="20577"/>
          <ac:spMkLst>
            <pc:docMk/>
            <pc:sldMk cId="93173950" sldId="288"/>
            <ac:spMk id="37" creationId="{A0CD2554-4C58-4853-930A-41B5F81DBA4E}"/>
          </ac:spMkLst>
        </pc:spChg>
        <pc:spChg chg="add mod">
          <ac:chgData name="Jang Jaehoon" userId="966c597570e402b5" providerId="LiveId" clId="{17D83F1C-35B2-4BB9-96D9-9F957C46CE75}" dt="2021-10-10T15:43:40.948" v="9113" actId="20577"/>
          <ac:spMkLst>
            <pc:docMk/>
            <pc:sldMk cId="93173950" sldId="288"/>
            <ac:spMk id="38" creationId="{9C4CE26D-0B91-4B30-BA89-6B67A3E697DA}"/>
          </ac:spMkLst>
        </pc:spChg>
        <pc:spChg chg="add mod">
          <ac:chgData name="Jang Jaehoon" userId="966c597570e402b5" providerId="LiveId" clId="{17D83F1C-35B2-4BB9-96D9-9F957C46CE75}" dt="2021-10-10T15:43:29.604" v="9106" actId="122"/>
          <ac:spMkLst>
            <pc:docMk/>
            <pc:sldMk cId="93173950" sldId="288"/>
            <ac:spMk id="39" creationId="{0D8A4384-B4D3-40D8-9926-4DFF10F69FA9}"/>
          </ac:spMkLst>
        </pc:spChg>
        <pc:spChg chg="add mod">
          <ac:chgData name="Jang Jaehoon" userId="966c597570e402b5" providerId="LiveId" clId="{17D83F1C-35B2-4BB9-96D9-9F957C46CE75}" dt="2021-10-10T15:43:43.048" v="9115" actId="20577"/>
          <ac:spMkLst>
            <pc:docMk/>
            <pc:sldMk cId="93173950" sldId="288"/>
            <ac:spMk id="40" creationId="{81567221-71B7-49E2-9C5E-235FCA3A45C6}"/>
          </ac:spMkLst>
        </pc:spChg>
      </pc:sldChg>
      <pc:sldChg chg="addSp delSp modSp add mod">
        <pc:chgData name="Jang Jaehoon" userId="966c597570e402b5" providerId="LiveId" clId="{17D83F1C-35B2-4BB9-96D9-9F957C46CE75}" dt="2021-10-10T15:48:47.911" v="9252" actId="20577"/>
        <pc:sldMkLst>
          <pc:docMk/>
          <pc:sldMk cId="4124349655" sldId="289"/>
        </pc:sldMkLst>
        <pc:spChg chg="mod">
          <ac:chgData name="Jang Jaehoon" userId="966c597570e402b5" providerId="LiveId" clId="{17D83F1C-35B2-4BB9-96D9-9F957C46CE75}" dt="2021-10-10T15:46:51.788" v="9174" actId="14100"/>
          <ac:spMkLst>
            <pc:docMk/>
            <pc:sldMk cId="4124349655" sldId="289"/>
            <ac:spMk id="6" creationId="{D381C734-8EE2-4F55-8D29-C6FF10DD80E1}"/>
          </ac:spMkLst>
        </pc:spChg>
        <pc:spChg chg="mod">
          <ac:chgData name="Jang Jaehoon" userId="966c597570e402b5" providerId="LiveId" clId="{17D83F1C-35B2-4BB9-96D9-9F957C46CE75}" dt="2021-10-10T15:46:44.896" v="9171" actId="1076"/>
          <ac:spMkLst>
            <pc:docMk/>
            <pc:sldMk cId="4124349655" sldId="289"/>
            <ac:spMk id="16" creationId="{E0889025-FFD1-49E6-B855-36C6A31C7D81}"/>
          </ac:spMkLst>
        </pc:spChg>
        <pc:spChg chg="mod">
          <ac:chgData name="Jang Jaehoon" userId="966c597570e402b5" providerId="LiveId" clId="{17D83F1C-35B2-4BB9-96D9-9F957C46CE75}" dt="2021-10-10T15:46:44.896" v="9171" actId="1076"/>
          <ac:spMkLst>
            <pc:docMk/>
            <pc:sldMk cId="4124349655" sldId="289"/>
            <ac:spMk id="17" creationId="{D5E6D6FE-FF5B-4D78-B342-E3530734AB76}"/>
          </ac:spMkLst>
        </pc:spChg>
        <pc:spChg chg="del">
          <ac:chgData name="Jang Jaehoon" userId="966c597570e402b5" providerId="LiveId" clId="{17D83F1C-35B2-4BB9-96D9-9F957C46CE75}" dt="2021-10-10T15:46:41.757" v="9170" actId="478"/>
          <ac:spMkLst>
            <pc:docMk/>
            <pc:sldMk cId="4124349655" sldId="289"/>
            <ac:spMk id="18" creationId="{A32731C6-6A93-44BC-ACE8-D8B1266AE602}"/>
          </ac:spMkLst>
        </pc:spChg>
        <pc:spChg chg="add mod">
          <ac:chgData name="Jang Jaehoon" userId="966c597570e402b5" providerId="LiveId" clId="{17D83F1C-35B2-4BB9-96D9-9F957C46CE75}" dt="2021-10-10T15:46:14.516" v="9119"/>
          <ac:spMkLst>
            <pc:docMk/>
            <pc:sldMk cId="4124349655" sldId="289"/>
            <ac:spMk id="19" creationId="{69A4FA7E-308B-4AD9-BBFF-0BFDAA13CA01}"/>
          </ac:spMkLst>
        </pc:spChg>
        <pc:spChg chg="add mod">
          <ac:chgData name="Jang Jaehoon" userId="966c597570e402b5" providerId="LiveId" clId="{17D83F1C-35B2-4BB9-96D9-9F957C46CE75}" dt="2021-10-10T15:48:15.159" v="9249" actId="14100"/>
          <ac:spMkLst>
            <pc:docMk/>
            <pc:sldMk cId="4124349655" sldId="289"/>
            <ac:spMk id="20" creationId="{8AF0740E-4A8B-4742-9045-F8C9DE7AA11E}"/>
          </ac:spMkLst>
        </pc:spChg>
        <pc:spChg chg="del">
          <ac:chgData name="Jang Jaehoon" userId="966c597570e402b5" providerId="LiveId" clId="{17D83F1C-35B2-4BB9-96D9-9F957C46CE75}" dt="2021-10-10T15:46:41.757" v="9170" actId="478"/>
          <ac:spMkLst>
            <pc:docMk/>
            <pc:sldMk cId="4124349655" sldId="289"/>
            <ac:spMk id="25" creationId="{A4C3D077-8E2A-4B06-8240-8F6008C4E10A}"/>
          </ac:spMkLst>
        </pc:spChg>
        <pc:spChg chg="del mod">
          <ac:chgData name="Jang Jaehoon" userId="966c597570e402b5" providerId="LiveId" clId="{17D83F1C-35B2-4BB9-96D9-9F957C46CE75}" dt="2021-10-10T15:46:13.941" v="9118" actId="478"/>
          <ac:spMkLst>
            <pc:docMk/>
            <pc:sldMk cId="4124349655" sldId="289"/>
            <ac:spMk id="27" creationId="{2364D59E-8129-42EF-84E9-C46B2D500244}"/>
          </ac:spMkLst>
        </pc:spChg>
        <pc:spChg chg="del">
          <ac:chgData name="Jang Jaehoon" userId="966c597570e402b5" providerId="LiveId" clId="{17D83F1C-35B2-4BB9-96D9-9F957C46CE75}" dt="2021-10-10T15:46:41.757" v="9170" actId="478"/>
          <ac:spMkLst>
            <pc:docMk/>
            <pc:sldMk cId="4124349655" sldId="289"/>
            <ac:spMk id="30" creationId="{6491184B-CDD8-4699-A10A-7ECDA2528E56}"/>
          </ac:spMkLst>
        </pc:spChg>
        <pc:spChg chg="del">
          <ac:chgData name="Jang Jaehoon" userId="966c597570e402b5" providerId="LiveId" clId="{17D83F1C-35B2-4BB9-96D9-9F957C46CE75}" dt="2021-10-10T15:46:41.757" v="9170" actId="478"/>
          <ac:spMkLst>
            <pc:docMk/>
            <pc:sldMk cId="4124349655" sldId="289"/>
            <ac:spMk id="31" creationId="{4A32EE6C-ADAE-444C-8514-6A2F56A1772C}"/>
          </ac:spMkLst>
        </pc:spChg>
        <pc:spChg chg="mod">
          <ac:chgData name="Jang Jaehoon" userId="966c597570e402b5" providerId="LiveId" clId="{17D83F1C-35B2-4BB9-96D9-9F957C46CE75}" dt="2021-10-10T15:48:47.911" v="9252" actId="20577"/>
          <ac:spMkLst>
            <pc:docMk/>
            <pc:sldMk cId="4124349655" sldId="289"/>
            <ac:spMk id="32" creationId="{BF5AD088-3829-4DCF-93CC-95FC423CFC7A}"/>
          </ac:spMkLst>
        </pc:spChg>
        <pc:spChg chg="del mod">
          <ac:chgData name="Jang Jaehoon" userId="966c597570e402b5" providerId="LiveId" clId="{17D83F1C-35B2-4BB9-96D9-9F957C46CE75}" dt="2021-10-10T15:46:41.757" v="9170" actId="478"/>
          <ac:spMkLst>
            <pc:docMk/>
            <pc:sldMk cId="4124349655" sldId="289"/>
            <ac:spMk id="33" creationId="{0F7A44C8-2BF3-4257-84D5-95B716CC2E81}"/>
          </ac:spMkLst>
        </pc:spChg>
      </pc:sldChg>
      <pc:sldChg chg="new del">
        <pc:chgData name="Jang Jaehoon" userId="966c597570e402b5" providerId="LiveId" clId="{17D83F1C-35B2-4BB9-96D9-9F957C46CE75}" dt="2021-10-10T14:09:11.483" v="7282" actId="47"/>
        <pc:sldMkLst>
          <pc:docMk/>
          <pc:sldMk cId="2277551199" sldId="290"/>
        </pc:sldMkLst>
      </pc:sldChg>
      <pc:sldChg chg="addSp delSp modSp add mod">
        <pc:chgData name="Jang Jaehoon" userId="966c597570e402b5" providerId="LiveId" clId="{17D83F1C-35B2-4BB9-96D9-9F957C46CE75}" dt="2021-10-10T16:06:25.569" v="9937" actId="20577"/>
        <pc:sldMkLst>
          <pc:docMk/>
          <pc:sldMk cId="4176797691" sldId="290"/>
        </pc:sldMkLst>
        <pc:spChg chg="mod">
          <ac:chgData name="Jang Jaehoon" userId="966c597570e402b5" providerId="LiveId" clId="{17D83F1C-35B2-4BB9-96D9-9F957C46CE75}" dt="2021-10-10T16:01:14.411" v="9684"/>
          <ac:spMkLst>
            <pc:docMk/>
            <pc:sldMk cId="4176797691" sldId="290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6:01:57.055" v="9695" actId="1076"/>
          <ac:spMkLst>
            <pc:docMk/>
            <pc:sldMk cId="4176797691" sldId="290"/>
            <ac:spMk id="23" creationId="{240D8B15-6728-4F5B-98FC-3DC052B6D5DD}"/>
          </ac:spMkLst>
        </pc:spChg>
        <pc:spChg chg="mod">
          <ac:chgData name="Jang Jaehoon" userId="966c597570e402b5" providerId="LiveId" clId="{17D83F1C-35B2-4BB9-96D9-9F957C46CE75}" dt="2021-10-10T16:01:53.708" v="9694" actId="1076"/>
          <ac:spMkLst>
            <pc:docMk/>
            <pc:sldMk cId="4176797691" sldId="290"/>
            <ac:spMk id="26" creationId="{66BFB61D-601E-459E-B602-7EC2C1351538}"/>
          </ac:spMkLst>
        </pc:spChg>
        <pc:spChg chg="del">
          <ac:chgData name="Jang Jaehoon" userId="966c597570e402b5" providerId="LiveId" clId="{17D83F1C-35B2-4BB9-96D9-9F957C46CE75}" dt="2021-10-10T14:15:53.074" v="7427" actId="478"/>
          <ac:spMkLst>
            <pc:docMk/>
            <pc:sldMk cId="4176797691" sldId="290"/>
            <ac:spMk id="34" creationId="{B58FB338-5295-4F8A-96E4-0A05E20ADBB4}"/>
          </ac:spMkLst>
        </pc:spChg>
        <pc:spChg chg="del">
          <ac:chgData name="Jang Jaehoon" userId="966c597570e402b5" providerId="LiveId" clId="{17D83F1C-35B2-4BB9-96D9-9F957C46CE75}" dt="2021-10-10T14:15:53.074" v="7427" actId="478"/>
          <ac:spMkLst>
            <pc:docMk/>
            <pc:sldMk cId="4176797691" sldId="290"/>
            <ac:spMk id="35" creationId="{5CFDD5E9-52BF-4057-80C5-9E5E3451F46A}"/>
          </ac:spMkLst>
        </pc:spChg>
        <pc:spChg chg="del">
          <ac:chgData name="Jang Jaehoon" userId="966c597570e402b5" providerId="LiveId" clId="{17D83F1C-35B2-4BB9-96D9-9F957C46CE75}" dt="2021-10-10T14:15:53.074" v="7427" actId="478"/>
          <ac:spMkLst>
            <pc:docMk/>
            <pc:sldMk cId="4176797691" sldId="290"/>
            <ac:spMk id="36" creationId="{F0A5C1F6-5824-44ED-8274-76E2B62B3118}"/>
          </ac:spMkLst>
        </pc:spChg>
        <pc:spChg chg="del">
          <ac:chgData name="Jang Jaehoon" userId="966c597570e402b5" providerId="LiveId" clId="{17D83F1C-35B2-4BB9-96D9-9F957C46CE75}" dt="2021-10-10T14:15:53.074" v="7427" actId="478"/>
          <ac:spMkLst>
            <pc:docMk/>
            <pc:sldMk cId="4176797691" sldId="290"/>
            <ac:spMk id="37" creationId="{A30B19BA-BD05-428F-8EE8-6518F9DFEDFC}"/>
          </ac:spMkLst>
        </pc:spChg>
        <pc:spChg chg="del">
          <ac:chgData name="Jang Jaehoon" userId="966c597570e402b5" providerId="LiveId" clId="{17D83F1C-35B2-4BB9-96D9-9F957C46CE75}" dt="2021-10-10T14:15:54.996" v="7428" actId="478"/>
          <ac:spMkLst>
            <pc:docMk/>
            <pc:sldMk cId="4176797691" sldId="290"/>
            <ac:spMk id="39" creationId="{EF82DAF1-B92F-4777-A78D-15B046A05A2E}"/>
          </ac:spMkLst>
        </pc:spChg>
        <pc:spChg chg="del">
          <ac:chgData name="Jang Jaehoon" userId="966c597570e402b5" providerId="LiveId" clId="{17D83F1C-35B2-4BB9-96D9-9F957C46CE75}" dt="2021-10-10T14:15:54.996" v="7428" actId="478"/>
          <ac:spMkLst>
            <pc:docMk/>
            <pc:sldMk cId="4176797691" sldId="290"/>
            <ac:spMk id="40" creationId="{9E8358C8-EBBD-4FF2-A21C-3ACD9CE64DE9}"/>
          </ac:spMkLst>
        </pc:spChg>
        <pc:spChg chg="del">
          <ac:chgData name="Jang Jaehoon" userId="966c597570e402b5" providerId="LiveId" clId="{17D83F1C-35B2-4BB9-96D9-9F957C46CE75}" dt="2021-10-10T14:15:54.996" v="7428" actId="478"/>
          <ac:spMkLst>
            <pc:docMk/>
            <pc:sldMk cId="4176797691" sldId="290"/>
            <ac:spMk id="41" creationId="{C0D26D03-9EAA-4271-BB32-367B6ECD4C2D}"/>
          </ac:spMkLst>
        </pc:spChg>
        <pc:spChg chg="del">
          <ac:chgData name="Jang Jaehoon" userId="966c597570e402b5" providerId="LiveId" clId="{17D83F1C-35B2-4BB9-96D9-9F957C46CE75}" dt="2021-10-10T14:15:54.996" v="7428" actId="478"/>
          <ac:spMkLst>
            <pc:docMk/>
            <pc:sldMk cId="4176797691" sldId="290"/>
            <ac:spMk id="42" creationId="{26F91A45-72FA-4B9A-A53F-51C91E30DF46}"/>
          </ac:spMkLst>
        </pc:spChg>
        <pc:spChg chg="del">
          <ac:chgData name="Jang Jaehoon" userId="966c597570e402b5" providerId="LiveId" clId="{17D83F1C-35B2-4BB9-96D9-9F957C46CE75}" dt="2021-10-10T14:15:54.996" v="7428" actId="478"/>
          <ac:spMkLst>
            <pc:docMk/>
            <pc:sldMk cId="4176797691" sldId="290"/>
            <ac:spMk id="43" creationId="{4E06C6B8-66E4-49FB-A17F-36DD2C191AF3}"/>
          </ac:spMkLst>
        </pc:spChg>
        <pc:spChg chg="mod">
          <ac:chgData name="Jang Jaehoon" userId="966c597570e402b5" providerId="LiveId" clId="{17D83F1C-35B2-4BB9-96D9-9F957C46CE75}" dt="2021-10-10T16:01:53.708" v="9694" actId="1076"/>
          <ac:spMkLst>
            <pc:docMk/>
            <pc:sldMk cId="4176797691" sldId="290"/>
            <ac:spMk id="48" creationId="{3C0A590E-105B-4766-9870-2D1989BA8777}"/>
          </ac:spMkLst>
        </pc:spChg>
        <pc:graphicFrameChg chg="add mod modGraphic">
          <ac:chgData name="Jang Jaehoon" userId="966c597570e402b5" providerId="LiveId" clId="{17D83F1C-35B2-4BB9-96D9-9F957C46CE75}" dt="2021-10-10T16:06:25.569" v="9937" actId="20577"/>
          <ac:graphicFrameMkLst>
            <pc:docMk/>
            <pc:sldMk cId="4176797691" sldId="290"/>
            <ac:graphicFrameMk id="3" creationId="{3DD7185D-B896-47A9-A32F-227B82D4EEEC}"/>
          </ac:graphicFrameMkLst>
        </pc:graphicFrameChg>
      </pc:sldChg>
      <pc:sldChg chg="addSp delSp modSp add mod">
        <pc:chgData name="Jang Jaehoon" userId="966c597570e402b5" providerId="LiveId" clId="{17D83F1C-35B2-4BB9-96D9-9F957C46CE75}" dt="2021-10-10T15:10:58.331" v="8832"/>
        <pc:sldMkLst>
          <pc:docMk/>
          <pc:sldMk cId="3002681478" sldId="291"/>
        </pc:sldMkLst>
        <pc:spChg chg="add del mod">
          <ac:chgData name="Jang Jaehoon" userId="966c597570e402b5" providerId="LiveId" clId="{17D83F1C-35B2-4BB9-96D9-9F957C46CE75}" dt="2021-10-10T15:06:58.314" v="8799" actId="478"/>
          <ac:spMkLst>
            <pc:docMk/>
            <pc:sldMk cId="3002681478" sldId="291"/>
            <ac:spMk id="14" creationId="{2BE79994-FE58-4CD2-A2DD-E7A542DE714D}"/>
          </ac:spMkLst>
        </pc:spChg>
        <pc:spChg chg="mod">
          <ac:chgData name="Jang Jaehoon" userId="966c597570e402b5" providerId="LiveId" clId="{17D83F1C-35B2-4BB9-96D9-9F957C46CE75}" dt="2021-10-10T14:27:57.209" v="7567"/>
          <ac:spMkLst>
            <pc:docMk/>
            <pc:sldMk cId="3002681478" sldId="291"/>
            <ac:spMk id="15" creationId="{4E4CD62D-9394-4218-B71F-5DBB277DA2C1}"/>
          </ac:spMkLst>
        </pc:spChg>
        <pc:spChg chg="add 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16" creationId="{DC6B50E5-1266-4867-B40B-7195EFCB1B2C}"/>
          </ac:spMkLst>
        </pc:spChg>
        <pc:spChg chg="add del 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17" creationId="{738E6357-0AE8-4CBD-84D2-F3657DFBF35E}"/>
          </ac:spMkLst>
        </pc:spChg>
        <pc:spChg chg="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18" creationId="{668AB2F0-A26D-4C4D-AEA2-BB6DCA8605DE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19" creationId="{29B9BFC8-8BD9-412B-AA6C-B1AE0C75152F}"/>
          </ac:spMkLst>
        </pc:spChg>
        <pc:spChg chg="add 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20" creationId="{4EB3BA53-5822-4F63-AF9B-29F78B0755FE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21" creationId="{72252B5C-B03F-4728-8FEA-6A615370A322}"/>
          </ac:spMkLst>
        </pc:spChg>
        <pc:spChg chg="add 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22" creationId="{8072E7BA-D228-42CE-8FBB-629BE70996C1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23" creationId="{BB15856B-99A6-4FA1-8788-2176136558B2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24" creationId="{ECF41A14-9FF7-409D-8345-2DC1EDCC72FA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25" creationId="{28BC0707-1238-49F8-B09E-CD69734B0809}"/>
          </ac:spMkLst>
        </pc:spChg>
        <pc:spChg chg="add del">
          <ac:chgData name="Jang Jaehoon" userId="966c597570e402b5" providerId="LiveId" clId="{17D83F1C-35B2-4BB9-96D9-9F957C46CE75}" dt="2021-10-10T14:29:25.636" v="7700" actId="478"/>
          <ac:spMkLst>
            <pc:docMk/>
            <pc:sldMk cId="3002681478" sldId="291"/>
            <ac:spMk id="26" creationId="{8778F0BA-52A3-490C-B3A2-74A967E644C3}"/>
          </ac:spMkLst>
        </pc:spChg>
        <pc:spChg chg="add mod">
          <ac:chgData name="Jang Jaehoon" userId="966c597570e402b5" providerId="LiveId" clId="{17D83F1C-35B2-4BB9-96D9-9F957C46CE75}" dt="2021-10-10T15:07:10.822" v="8801" actId="1076"/>
          <ac:spMkLst>
            <pc:docMk/>
            <pc:sldMk cId="3002681478" sldId="291"/>
            <ac:spMk id="27" creationId="{7BAF9D1E-49C9-4403-AE3D-B0686934E745}"/>
          </ac:spMkLst>
        </pc:spChg>
        <pc:spChg chg="add mod">
          <ac:chgData name="Jang Jaehoon" userId="966c597570e402b5" providerId="LiveId" clId="{17D83F1C-35B2-4BB9-96D9-9F957C46CE75}" dt="2021-10-10T15:10:58.331" v="8832"/>
          <ac:spMkLst>
            <pc:docMk/>
            <pc:sldMk cId="3002681478" sldId="291"/>
            <ac:spMk id="28" creationId="{633AD090-6263-433F-A5D1-EB198F8ADEFA}"/>
          </ac:spMkLst>
        </pc:spChg>
        <pc:spChg chg="add mod">
          <ac:chgData name="Jang Jaehoon" userId="966c597570e402b5" providerId="LiveId" clId="{17D83F1C-35B2-4BB9-96D9-9F957C46CE75}" dt="2021-10-10T15:07:03.593" v="8800" actId="571"/>
          <ac:spMkLst>
            <pc:docMk/>
            <pc:sldMk cId="3002681478" sldId="291"/>
            <ac:spMk id="30" creationId="{A04325F6-550A-4C1A-AA62-4B11E0C3BABE}"/>
          </ac:spMkLst>
        </pc:spChg>
        <pc:spChg chg="add mod">
          <ac:chgData name="Jang Jaehoon" userId="966c597570e402b5" providerId="LiveId" clId="{17D83F1C-35B2-4BB9-96D9-9F957C46CE75}" dt="2021-10-10T15:07:03.593" v="8800" actId="571"/>
          <ac:spMkLst>
            <pc:docMk/>
            <pc:sldMk cId="3002681478" sldId="291"/>
            <ac:spMk id="31" creationId="{925FDB21-41DE-4EFE-BA64-0431ECE686E3}"/>
          </ac:spMkLst>
        </pc:spChg>
        <pc:spChg chg="add mod">
          <ac:chgData name="Jang Jaehoon" userId="966c597570e402b5" providerId="LiveId" clId="{17D83F1C-35B2-4BB9-96D9-9F957C46CE75}" dt="2021-10-10T15:07:03.593" v="8800" actId="571"/>
          <ac:spMkLst>
            <pc:docMk/>
            <pc:sldMk cId="3002681478" sldId="291"/>
            <ac:spMk id="32" creationId="{89F14480-0D05-4C79-9FB9-F391A4F87ECE}"/>
          </ac:spMkLst>
        </pc:spChg>
        <pc:spChg chg="add mod">
          <ac:chgData name="Jang Jaehoon" userId="966c597570e402b5" providerId="LiveId" clId="{17D83F1C-35B2-4BB9-96D9-9F957C46CE75}" dt="2021-10-10T15:07:03.593" v="8800" actId="571"/>
          <ac:spMkLst>
            <pc:docMk/>
            <pc:sldMk cId="3002681478" sldId="291"/>
            <ac:spMk id="33" creationId="{604055DD-25E4-412B-A7F3-BA87507C9518}"/>
          </ac:spMkLst>
        </pc:spChg>
        <pc:spChg chg="add mod">
          <ac:chgData name="Jang Jaehoon" userId="966c597570e402b5" providerId="LiveId" clId="{17D83F1C-35B2-4BB9-96D9-9F957C46CE75}" dt="2021-10-10T15:07:03.593" v="8800" actId="571"/>
          <ac:spMkLst>
            <pc:docMk/>
            <pc:sldMk cId="3002681478" sldId="291"/>
            <ac:spMk id="34" creationId="{29637104-A637-4084-8F24-E0CDE1D44CAD}"/>
          </ac:spMkLst>
        </pc:spChg>
      </pc:sldChg>
      <pc:sldChg chg="addSp delSp modSp add mod">
        <pc:chgData name="Jang Jaehoon" userId="966c597570e402b5" providerId="LiveId" clId="{17D83F1C-35B2-4BB9-96D9-9F957C46CE75}" dt="2021-10-10T15:34:58.562" v="8910"/>
        <pc:sldMkLst>
          <pc:docMk/>
          <pc:sldMk cId="236641034" sldId="292"/>
        </pc:sldMkLst>
        <pc:spChg chg="mod">
          <ac:chgData name="Jang Jaehoon" userId="966c597570e402b5" providerId="LiveId" clId="{17D83F1C-35B2-4BB9-96D9-9F957C46CE75}" dt="2021-10-10T14:32:11.975" v="7853"/>
          <ac:spMkLst>
            <pc:docMk/>
            <pc:sldMk cId="236641034" sldId="292"/>
            <ac:spMk id="14" creationId="{2BE79994-FE58-4CD2-A2DD-E7A542DE714D}"/>
          </ac:spMkLst>
        </pc:spChg>
        <pc:spChg chg="mod">
          <ac:chgData name="Jang Jaehoon" userId="966c597570e402b5" providerId="LiveId" clId="{17D83F1C-35B2-4BB9-96D9-9F957C46CE75}" dt="2021-10-10T14:30:44.697" v="7720"/>
          <ac:spMkLst>
            <pc:docMk/>
            <pc:sldMk cId="236641034" sldId="292"/>
            <ac:spMk id="15" creationId="{4E4CD62D-9394-4218-B71F-5DBB277DA2C1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17" creationId="{738E6357-0AE8-4CBD-84D2-F3657DFBF35E}"/>
          </ac:spMkLst>
        </pc:spChg>
        <pc:spChg chg="del">
          <ac:chgData name="Jang Jaehoon" userId="966c597570e402b5" providerId="LiveId" clId="{17D83F1C-35B2-4BB9-96D9-9F957C46CE75}" dt="2021-10-10T14:31:16.730" v="7780" actId="478"/>
          <ac:spMkLst>
            <pc:docMk/>
            <pc:sldMk cId="236641034" sldId="292"/>
            <ac:spMk id="18" creationId="{668AB2F0-A26D-4C4D-AEA2-BB6DCA8605DE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19" creationId="{29B9BFC8-8BD9-412B-AA6C-B1AE0C75152F}"/>
          </ac:spMkLst>
        </pc:spChg>
        <pc:spChg chg="add mod">
          <ac:chgData name="Jang Jaehoon" userId="966c597570e402b5" providerId="LiveId" clId="{17D83F1C-35B2-4BB9-96D9-9F957C46CE75}" dt="2021-10-10T15:34:58.562" v="8910"/>
          <ac:spMkLst>
            <pc:docMk/>
            <pc:sldMk cId="236641034" sldId="292"/>
            <ac:spMk id="20" creationId="{16DEB0CB-9A66-4280-8369-472E0F7F9058}"/>
          </ac:spMkLst>
        </pc:spChg>
        <pc:spChg chg="del">
          <ac:chgData name="Jang Jaehoon" userId="966c597570e402b5" providerId="LiveId" clId="{17D83F1C-35B2-4BB9-96D9-9F957C46CE75}" dt="2021-10-10T14:31:16.730" v="7780" actId="478"/>
          <ac:spMkLst>
            <pc:docMk/>
            <pc:sldMk cId="236641034" sldId="292"/>
            <ac:spMk id="21" creationId="{72252B5C-B03F-4728-8FEA-6A615370A322}"/>
          </ac:spMkLst>
        </pc:spChg>
        <pc:spChg chg="add mod">
          <ac:chgData name="Jang Jaehoon" userId="966c597570e402b5" providerId="LiveId" clId="{17D83F1C-35B2-4BB9-96D9-9F957C46CE75}" dt="2021-10-10T15:34:51.074" v="8889" actId="14100"/>
          <ac:spMkLst>
            <pc:docMk/>
            <pc:sldMk cId="236641034" sldId="292"/>
            <ac:spMk id="22" creationId="{98E537AC-0B15-46D1-9884-8F999CD945E1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23" creationId="{BB15856B-99A6-4FA1-8788-2176136558B2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24" creationId="{ECF41A14-9FF7-409D-8345-2DC1EDCC72FA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25" creationId="{28BC0707-1238-49F8-B09E-CD69734B0809}"/>
          </ac:spMkLst>
        </pc:spChg>
        <pc:spChg chg="del">
          <ac:chgData name="Jang Jaehoon" userId="966c597570e402b5" providerId="LiveId" clId="{17D83F1C-35B2-4BB9-96D9-9F957C46CE75}" dt="2021-10-10T14:31:13.689" v="7779" actId="478"/>
          <ac:spMkLst>
            <pc:docMk/>
            <pc:sldMk cId="236641034" sldId="292"/>
            <ac:spMk id="26" creationId="{8778F0BA-52A3-490C-B3A2-74A967E644C3}"/>
          </ac:spMkLst>
        </pc:spChg>
      </pc:sldChg>
      <pc:sldChg chg="delSp add mod">
        <pc:chgData name="Jang Jaehoon" userId="966c597570e402b5" providerId="LiveId" clId="{17D83F1C-35B2-4BB9-96D9-9F957C46CE75}" dt="2021-10-10T14:32:32.136" v="7854" actId="478"/>
        <pc:sldMkLst>
          <pc:docMk/>
          <pc:sldMk cId="1147257254" sldId="293"/>
        </pc:sldMkLst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14" creationId="{2BE79994-FE58-4CD2-A2DD-E7A542DE714D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15" creationId="{4E4CD62D-9394-4218-B71F-5DBB277DA2C1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17" creationId="{738E6357-0AE8-4CBD-84D2-F3657DFBF35E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18" creationId="{668AB2F0-A26D-4C4D-AEA2-BB6DCA8605DE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19" creationId="{29B9BFC8-8BD9-412B-AA6C-B1AE0C75152F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21" creationId="{72252B5C-B03F-4728-8FEA-6A615370A322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23" creationId="{BB15856B-99A6-4FA1-8788-2176136558B2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24" creationId="{ECF41A14-9FF7-409D-8345-2DC1EDCC72FA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25" creationId="{28BC0707-1238-49F8-B09E-CD69734B0809}"/>
          </ac:spMkLst>
        </pc:spChg>
        <pc:spChg chg="del">
          <ac:chgData name="Jang Jaehoon" userId="966c597570e402b5" providerId="LiveId" clId="{17D83F1C-35B2-4BB9-96D9-9F957C46CE75}" dt="2021-10-10T14:32:32.136" v="7854" actId="478"/>
          <ac:spMkLst>
            <pc:docMk/>
            <pc:sldMk cId="1147257254" sldId="293"/>
            <ac:spMk id="26" creationId="{8778F0BA-52A3-490C-B3A2-74A967E644C3}"/>
          </ac:spMkLst>
        </pc:spChg>
      </pc:sldChg>
      <pc:sldChg chg="addSp delSp modSp add mod">
        <pc:chgData name="Jang Jaehoon" userId="966c597570e402b5" providerId="LiveId" clId="{17D83F1C-35B2-4BB9-96D9-9F957C46CE75}" dt="2021-10-10T16:32:04.861" v="10042" actId="255"/>
        <pc:sldMkLst>
          <pc:docMk/>
          <pc:sldMk cId="4095275224" sldId="294"/>
        </pc:sldMkLst>
        <pc:spChg chg="mod">
          <ac:chgData name="Jang Jaehoon" userId="966c597570e402b5" providerId="LiveId" clId="{17D83F1C-35B2-4BB9-96D9-9F957C46CE75}" dt="2021-10-10T14:33:27.655" v="7894"/>
          <ac:spMkLst>
            <pc:docMk/>
            <pc:sldMk cId="4095275224" sldId="294"/>
            <ac:spMk id="5" creationId="{5C39C6F6-F9C5-49D1-B072-76C2FC860495}"/>
          </ac:spMkLst>
        </pc:spChg>
        <pc:spChg chg="mod">
          <ac:chgData name="Jang Jaehoon" userId="966c597570e402b5" providerId="LiveId" clId="{17D83F1C-35B2-4BB9-96D9-9F957C46CE75}" dt="2021-10-10T16:11:13.506" v="9938" actId="1076"/>
          <ac:spMkLst>
            <pc:docMk/>
            <pc:sldMk cId="4095275224" sldId="294"/>
            <ac:spMk id="23" creationId="{240D8B15-6728-4F5B-98FC-3DC052B6D5DD}"/>
          </ac:spMkLst>
        </pc:spChg>
        <pc:spChg chg="del">
          <ac:chgData name="Jang Jaehoon" userId="966c597570e402b5" providerId="LiveId" clId="{17D83F1C-35B2-4BB9-96D9-9F957C46CE75}" dt="2021-10-10T14:34:15.543" v="7960" actId="478"/>
          <ac:spMkLst>
            <pc:docMk/>
            <pc:sldMk cId="4095275224" sldId="294"/>
            <ac:spMk id="26" creationId="{66BFB61D-601E-459E-B602-7EC2C1351538}"/>
          </ac:spMkLst>
        </pc:spChg>
        <pc:spChg chg="mod">
          <ac:chgData name="Jang Jaehoon" userId="966c597570e402b5" providerId="LiveId" clId="{17D83F1C-35B2-4BB9-96D9-9F957C46CE75}" dt="2021-10-10T16:30:53.507" v="9948" actId="1076"/>
          <ac:spMkLst>
            <pc:docMk/>
            <pc:sldMk cId="4095275224" sldId="294"/>
            <ac:spMk id="48" creationId="{3C0A590E-105B-4766-9870-2D1989BA8777}"/>
          </ac:spMkLst>
        </pc:spChg>
        <pc:graphicFrameChg chg="add mod modGraphic">
          <ac:chgData name="Jang Jaehoon" userId="966c597570e402b5" providerId="LiveId" clId="{17D83F1C-35B2-4BB9-96D9-9F957C46CE75}" dt="2021-10-10T16:32:04.861" v="10042" actId="255"/>
          <ac:graphicFrameMkLst>
            <pc:docMk/>
            <pc:sldMk cId="4095275224" sldId="294"/>
            <ac:graphicFrameMk id="3" creationId="{67F7C18D-5991-4777-B284-AD6390180935}"/>
          </ac:graphicFrameMkLst>
        </pc:graphicFrameChg>
        <pc:graphicFrameChg chg="add mod modGraphic">
          <ac:chgData name="Jang Jaehoon" userId="966c597570e402b5" providerId="LiveId" clId="{17D83F1C-35B2-4BB9-96D9-9F957C46CE75}" dt="2021-10-10T16:30:48.486" v="9947" actId="1076"/>
          <ac:graphicFrameMkLst>
            <pc:docMk/>
            <pc:sldMk cId="4095275224" sldId="294"/>
            <ac:graphicFrameMk id="4" creationId="{BFF43475-2FF8-45E2-8DEF-7C6E6456BB2C}"/>
          </ac:graphicFrameMkLst>
        </pc:graphicFrameChg>
      </pc:sldChg>
      <pc:sldChg chg="add del">
        <pc:chgData name="Jang Jaehoon" userId="966c597570e402b5" providerId="LiveId" clId="{17D83F1C-35B2-4BB9-96D9-9F957C46CE75}" dt="2021-10-10T17:03:10.209" v="11180" actId="2696"/>
        <pc:sldMkLst>
          <pc:docMk/>
          <pc:sldMk cId="1944685480" sldId="295"/>
        </pc:sldMkLst>
      </pc:sldChg>
      <pc:sldChg chg="addSp delSp modSp add del mod">
        <pc:chgData name="Jang Jaehoon" userId="966c597570e402b5" providerId="LiveId" clId="{17D83F1C-35B2-4BB9-96D9-9F957C46CE75}" dt="2021-10-10T17:00:06.421" v="11145" actId="2696"/>
        <pc:sldMkLst>
          <pc:docMk/>
          <pc:sldMk cId="1585479272" sldId="296"/>
        </pc:sldMkLst>
        <pc:spChg chg="add mod">
          <ac:chgData name="Jang Jaehoon" userId="966c597570e402b5" providerId="LiveId" clId="{17D83F1C-35B2-4BB9-96D9-9F957C46CE75}" dt="2021-10-10T15:03:46.144" v="8792"/>
          <ac:spMkLst>
            <pc:docMk/>
            <pc:sldMk cId="1585479272" sldId="296"/>
            <ac:spMk id="9" creationId="{2783F611-90D7-4A0D-8AE9-81561544FDEE}"/>
          </ac:spMkLst>
        </pc:spChg>
        <pc:spChg chg="del">
          <ac:chgData name="Jang Jaehoon" userId="966c597570e402b5" providerId="LiveId" clId="{17D83F1C-35B2-4BB9-96D9-9F957C46CE75}" dt="2021-10-10T15:03:45.828" v="8791" actId="478"/>
          <ac:spMkLst>
            <pc:docMk/>
            <pc:sldMk cId="1585479272" sldId="296"/>
            <ac:spMk id="11" creationId="{29E00A0D-E22B-4D16-A738-29BE767D5D80}"/>
          </ac:spMkLst>
        </pc:spChg>
        <pc:spChg chg="mod">
          <ac:chgData name="Jang Jaehoon" userId="966c597570e402b5" providerId="LiveId" clId="{17D83F1C-35B2-4BB9-96D9-9F957C46CE75}" dt="2021-10-10T14:56:58.959" v="8488"/>
          <ac:spMkLst>
            <pc:docMk/>
            <pc:sldMk cId="1585479272" sldId="296"/>
            <ac:spMk id="22" creationId="{07C5E762-8E8D-48FA-9F72-E70A38A2522A}"/>
          </ac:spMkLst>
        </pc:spChg>
        <pc:spChg chg="mod">
          <ac:chgData name="Jang Jaehoon" userId="966c597570e402b5" providerId="LiveId" clId="{17D83F1C-35B2-4BB9-96D9-9F957C46CE75}" dt="2021-10-10T14:59:45.797" v="8767" actId="1076"/>
          <ac:spMkLst>
            <pc:docMk/>
            <pc:sldMk cId="1585479272" sldId="296"/>
            <ac:spMk id="27" creationId="{B3269A1B-7150-4FB7-B24D-BCFEE4C7A3E7}"/>
          </ac:spMkLst>
        </pc:spChg>
        <pc:spChg chg="mod">
          <ac:chgData name="Jang Jaehoon" userId="966c597570e402b5" providerId="LiveId" clId="{17D83F1C-35B2-4BB9-96D9-9F957C46CE75}" dt="2021-10-10T14:59:45.797" v="8767" actId="1076"/>
          <ac:spMkLst>
            <pc:docMk/>
            <pc:sldMk cId="1585479272" sldId="296"/>
            <ac:spMk id="28" creationId="{EE832F42-0F71-4A34-B409-3B256F7AE0BC}"/>
          </ac:spMkLst>
        </pc:spChg>
        <pc:spChg chg="mod">
          <ac:chgData name="Jang Jaehoon" userId="966c597570e402b5" providerId="LiveId" clId="{17D83F1C-35B2-4BB9-96D9-9F957C46CE75}" dt="2021-10-10T14:59:45.797" v="8767" actId="1076"/>
          <ac:spMkLst>
            <pc:docMk/>
            <pc:sldMk cId="1585479272" sldId="296"/>
            <ac:spMk id="29" creationId="{F9A87A42-D006-44A2-AF8B-ADB596878C7C}"/>
          </ac:spMkLst>
        </pc:spChg>
        <pc:spChg chg="del">
          <ac:chgData name="Jang Jaehoon" userId="966c597570e402b5" providerId="LiveId" clId="{17D83F1C-35B2-4BB9-96D9-9F957C46CE75}" dt="2021-10-10T14:57:37.037" v="8612" actId="478"/>
          <ac:spMkLst>
            <pc:docMk/>
            <pc:sldMk cId="1585479272" sldId="296"/>
            <ac:spMk id="30" creationId="{E73BBBC9-4F8E-4A2A-BD5B-A932F907F154}"/>
          </ac:spMkLst>
        </pc:spChg>
      </pc:sldChg>
      <pc:sldChg chg="addSp delSp modSp add del mod">
        <pc:chgData name="Jang Jaehoon" userId="966c597570e402b5" providerId="LiveId" clId="{17D83F1C-35B2-4BB9-96D9-9F957C46CE75}" dt="2021-10-10T17:02:14.117" v="11179" actId="2696"/>
        <pc:sldMkLst>
          <pc:docMk/>
          <pc:sldMk cId="443167285" sldId="297"/>
        </pc:sldMkLst>
        <pc:spChg chg="add del mod">
          <ac:chgData name="Jang Jaehoon" userId="966c597570e402b5" providerId="LiveId" clId="{17D83F1C-35B2-4BB9-96D9-9F957C46CE75}" dt="2021-10-10T15:00:24.917" v="8770"/>
          <ac:spMkLst>
            <pc:docMk/>
            <pc:sldMk cId="443167285" sldId="297"/>
            <ac:spMk id="8" creationId="{EE0E5994-F853-4EB6-94D1-377F674A72F6}"/>
          </ac:spMkLst>
        </pc:spChg>
        <pc:spChg chg="add del mod">
          <ac:chgData name="Jang Jaehoon" userId="966c597570e402b5" providerId="LiveId" clId="{17D83F1C-35B2-4BB9-96D9-9F957C46CE75}" dt="2021-10-10T15:00:24.917" v="8770"/>
          <ac:spMkLst>
            <pc:docMk/>
            <pc:sldMk cId="443167285" sldId="297"/>
            <ac:spMk id="9" creationId="{C4461810-7A19-4543-A9B7-91232ECC5E90}"/>
          </ac:spMkLst>
        </pc:spChg>
        <pc:spChg chg="add del mod">
          <ac:chgData name="Jang Jaehoon" userId="966c597570e402b5" providerId="LiveId" clId="{17D83F1C-35B2-4BB9-96D9-9F957C46CE75}" dt="2021-10-10T15:01:05.020" v="8780"/>
          <ac:spMkLst>
            <pc:docMk/>
            <pc:sldMk cId="443167285" sldId="297"/>
            <ac:spMk id="10" creationId="{C56C92D3-E02D-48FD-BA96-8C7FFC3C84F4}"/>
          </ac:spMkLst>
        </pc:spChg>
        <pc:spChg chg="del">
          <ac:chgData name="Jang Jaehoon" userId="966c597570e402b5" providerId="LiveId" clId="{17D83F1C-35B2-4BB9-96D9-9F957C46CE75}" dt="2021-10-10T15:03:49.825" v="8793" actId="478"/>
          <ac:spMkLst>
            <pc:docMk/>
            <pc:sldMk cId="443167285" sldId="297"/>
            <ac:spMk id="11" creationId="{29E00A0D-E22B-4D16-A738-29BE767D5D80}"/>
          </ac:spMkLst>
        </pc:spChg>
        <pc:spChg chg="add del mod">
          <ac:chgData name="Jang Jaehoon" userId="966c597570e402b5" providerId="LiveId" clId="{17D83F1C-35B2-4BB9-96D9-9F957C46CE75}" dt="2021-10-10T15:01:05.020" v="8780"/>
          <ac:spMkLst>
            <pc:docMk/>
            <pc:sldMk cId="443167285" sldId="297"/>
            <ac:spMk id="12" creationId="{5A1641A3-8757-4B18-84DC-A80308D81204}"/>
          </ac:spMkLst>
        </pc:spChg>
        <pc:spChg chg="add mod">
          <ac:chgData name="Jang Jaehoon" userId="966c597570e402b5" providerId="LiveId" clId="{17D83F1C-35B2-4BB9-96D9-9F957C46CE75}" dt="2021-10-10T15:01:47.804" v="8786"/>
          <ac:spMkLst>
            <pc:docMk/>
            <pc:sldMk cId="443167285" sldId="297"/>
            <ac:spMk id="13" creationId="{0298B7B3-3E89-4663-9BF6-1F66CC72E8A6}"/>
          </ac:spMkLst>
        </pc:spChg>
        <pc:spChg chg="add del mod">
          <ac:chgData name="Jang Jaehoon" userId="966c597570e402b5" providerId="LiveId" clId="{17D83F1C-35B2-4BB9-96D9-9F957C46CE75}" dt="2021-10-10T15:01:57.435" v="8788" actId="478"/>
          <ac:spMkLst>
            <pc:docMk/>
            <pc:sldMk cId="443167285" sldId="297"/>
            <ac:spMk id="14" creationId="{7EA90914-190A-482D-A709-4D5CCD875979}"/>
          </ac:spMkLst>
        </pc:spChg>
        <pc:spChg chg="add mod">
          <ac:chgData name="Jang Jaehoon" userId="966c597570e402b5" providerId="LiveId" clId="{17D83F1C-35B2-4BB9-96D9-9F957C46CE75}" dt="2021-10-10T15:03:50.111" v="8794"/>
          <ac:spMkLst>
            <pc:docMk/>
            <pc:sldMk cId="443167285" sldId="297"/>
            <ac:spMk id="15" creationId="{DC062462-BDC1-4AAA-8084-00F5A4335150}"/>
          </ac:spMkLst>
        </pc:spChg>
        <pc:spChg chg="mod">
          <ac:chgData name="Jang Jaehoon" userId="966c597570e402b5" providerId="LiveId" clId="{17D83F1C-35B2-4BB9-96D9-9F957C46CE75}" dt="2021-10-10T14:58:28.708" v="8667"/>
          <ac:spMkLst>
            <pc:docMk/>
            <pc:sldMk cId="443167285" sldId="297"/>
            <ac:spMk id="22" creationId="{07C5E762-8E8D-48FA-9F72-E70A38A2522A}"/>
          </ac:spMkLst>
        </pc:spChg>
        <pc:spChg chg="del mod">
          <ac:chgData name="Jang Jaehoon" userId="966c597570e402b5" providerId="LiveId" clId="{17D83F1C-35B2-4BB9-96D9-9F957C46CE75}" dt="2021-10-10T15:01:57.435" v="8788" actId="478"/>
          <ac:spMkLst>
            <pc:docMk/>
            <pc:sldMk cId="443167285" sldId="297"/>
            <ac:spMk id="27" creationId="{B3269A1B-7150-4FB7-B24D-BCFEE4C7A3E7}"/>
          </ac:spMkLst>
        </pc:spChg>
        <pc:spChg chg="mod">
          <ac:chgData name="Jang Jaehoon" userId="966c597570e402b5" providerId="LiveId" clId="{17D83F1C-35B2-4BB9-96D9-9F957C46CE75}" dt="2021-10-10T15:01:55.035" v="8787"/>
          <ac:spMkLst>
            <pc:docMk/>
            <pc:sldMk cId="443167285" sldId="297"/>
            <ac:spMk id="28" creationId="{EE832F42-0F71-4A34-B409-3B256F7AE0BC}"/>
          </ac:spMkLst>
        </pc:spChg>
        <pc:spChg chg="del">
          <ac:chgData name="Jang Jaehoon" userId="966c597570e402b5" providerId="LiveId" clId="{17D83F1C-35B2-4BB9-96D9-9F957C46CE75}" dt="2021-10-10T14:58:54.249" v="8758" actId="478"/>
          <ac:spMkLst>
            <pc:docMk/>
            <pc:sldMk cId="443167285" sldId="297"/>
            <ac:spMk id="29" creationId="{F9A87A42-D006-44A2-AF8B-ADB596878C7C}"/>
          </ac:spMkLst>
        </pc:spChg>
      </pc:sldChg>
      <pc:sldChg chg="addSp delSp modSp add mod">
        <pc:chgData name="Jang Jaehoon" userId="966c597570e402b5" providerId="LiveId" clId="{17D83F1C-35B2-4BB9-96D9-9F957C46CE75}" dt="2021-10-10T15:13:03.713" v="8877" actId="1076"/>
        <pc:sldMkLst>
          <pc:docMk/>
          <pc:sldMk cId="2239612745" sldId="298"/>
        </pc:sldMkLst>
        <pc:spChg chg="mod">
          <ac:chgData name="Jang Jaehoon" userId="966c597570e402b5" providerId="LiveId" clId="{17D83F1C-35B2-4BB9-96D9-9F957C46CE75}" dt="2021-10-10T15:11:50.773" v="8857"/>
          <ac:spMkLst>
            <pc:docMk/>
            <pc:sldMk cId="2239612745" sldId="298"/>
            <ac:spMk id="15" creationId="{4E4CD62D-9394-4218-B71F-5DBB277DA2C1}"/>
          </ac:spMkLst>
        </pc:spChg>
        <pc:spChg chg="mod">
          <ac:chgData name="Jang Jaehoon" userId="966c597570e402b5" providerId="LiveId" clId="{17D83F1C-35B2-4BB9-96D9-9F957C46CE75}" dt="2021-10-10T15:11:38.491" v="8835" actId="1076"/>
          <ac:spMkLst>
            <pc:docMk/>
            <pc:sldMk cId="2239612745" sldId="298"/>
            <ac:spMk id="18" creationId="{668AB2F0-A26D-4C4D-AEA2-BB6DCA8605DE}"/>
          </ac:spMkLst>
        </pc:spChg>
        <pc:spChg chg="del">
          <ac:chgData name="Jang Jaehoon" userId="966c597570e402b5" providerId="LiveId" clId="{17D83F1C-35B2-4BB9-96D9-9F957C46CE75}" dt="2021-10-10T15:12:02.701" v="8861" actId="478"/>
          <ac:spMkLst>
            <pc:docMk/>
            <pc:sldMk cId="2239612745" sldId="298"/>
            <ac:spMk id="30" creationId="{A04325F6-550A-4C1A-AA62-4B11E0C3BABE}"/>
          </ac:spMkLst>
        </pc:spChg>
        <pc:spChg chg="del">
          <ac:chgData name="Jang Jaehoon" userId="966c597570e402b5" providerId="LiveId" clId="{17D83F1C-35B2-4BB9-96D9-9F957C46CE75}" dt="2021-10-10T15:12:02.701" v="8861" actId="478"/>
          <ac:spMkLst>
            <pc:docMk/>
            <pc:sldMk cId="2239612745" sldId="298"/>
            <ac:spMk id="31" creationId="{925FDB21-41DE-4EFE-BA64-0431ECE686E3}"/>
          </ac:spMkLst>
        </pc:spChg>
        <pc:spChg chg="del">
          <ac:chgData name="Jang Jaehoon" userId="966c597570e402b5" providerId="LiveId" clId="{17D83F1C-35B2-4BB9-96D9-9F957C46CE75}" dt="2021-10-10T15:12:02.701" v="8861" actId="478"/>
          <ac:spMkLst>
            <pc:docMk/>
            <pc:sldMk cId="2239612745" sldId="298"/>
            <ac:spMk id="32" creationId="{89F14480-0D05-4C79-9FB9-F391A4F87ECE}"/>
          </ac:spMkLst>
        </pc:spChg>
        <pc:spChg chg="del">
          <ac:chgData name="Jang Jaehoon" userId="966c597570e402b5" providerId="LiveId" clId="{17D83F1C-35B2-4BB9-96D9-9F957C46CE75}" dt="2021-10-10T15:12:02.701" v="8861" actId="478"/>
          <ac:spMkLst>
            <pc:docMk/>
            <pc:sldMk cId="2239612745" sldId="298"/>
            <ac:spMk id="33" creationId="{604055DD-25E4-412B-A7F3-BA87507C9518}"/>
          </ac:spMkLst>
        </pc:spChg>
        <pc:spChg chg="add del mod">
          <ac:chgData name="Jang Jaehoon" userId="966c597570e402b5" providerId="LiveId" clId="{17D83F1C-35B2-4BB9-96D9-9F957C46CE75}" dt="2021-10-10T15:12:33.847" v="8870" actId="478"/>
          <ac:spMkLst>
            <pc:docMk/>
            <pc:sldMk cId="2239612745" sldId="298"/>
            <ac:spMk id="34" creationId="{29637104-A637-4084-8F24-E0CDE1D44CAD}"/>
          </ac:spMkLst>
        </pc:spChg>
        <pc:graphicFrameChg chg="add mod">
          <ac:chgData name="Jang Jaehoon" userId="966c597570e402b5" providerId="LiveId" clId="{17D83F1C-35B2-4BB9-96D9-9F957C46CE75}" dt="2021-10-10T15:12:37.190" v="8872" actId="1076"/>
          <ac:graphicFrameMkLst>
            <pc:docMk/>
            <pc:sldMk cId="2239612745" sldId="298"/>
            <ac:graphicFrameMk id="6" creationId="{887D79FE-6D50-4A0C-8303-E665F44E3151}"/>
          </ac:graphicFrameMkLst>
        </pc:graphicFrameChg>
        <pc:graphicFrameChg chg="add mod">
          <ac:chgData name="Jang Jaehoon" userId="966c597570e402b5" providerId="LiveId" clId="{17D83F1C-35B2-4BB9-96D9-9F957C46CE75}" dt="2021-10-10T15:13:03.713" v="8877" actId="1076"/>
          <ac:graphicFrameMkLst>
            <pc:docMk/>
            <pc:sldMk cId="2239612745" sldId="298"/>
            <ac:graphicFrameMk id="11" creationId="{233BD610-0742-469B-9AA0-4892FB8D7348}"/>
          </ac:graphicFrameMkLst>
        </pc:graphicFrameChg>
      </pc:sldChg>
      <pc:sldChg chg="add">
        <pc:chgData name="Jang Jaehoon" userId="966c597570e402b5" providerId="LiveId" clId="{17D83F1C-35B2-4BB9-96D9-9F957C46CE75}" dt="2021-10-10T15:45:52.966" v="9117" actId="2890"/>
        <pc:sldMkLst>
          <pc:docMk/>
          <pc:sldMk cId="330598140" sldId="299"/>
        </pc:sldMkLst>
      </pc:sldChg>
      <pc:sldChg chg="addSp delSp modSp add mod">
        <pc:chgData name="Jang Jaehoon" userId="966c597570e402b5" providerId="LiveId" clId="{17D83F1C-35B2-4BB9-96D9-9F957C46CE75}" dt="2021-10-10T15:51:13.274" v="9433"/>
        <pc:sldMkLst>
          <pc:docMk/>
          <pc:sldMk cId="3005990759" sldId="300"/>
        </pc:sldMkLst>
        <pc:spChg chg="del">
          <ac:chgData name="Jang Jaehoon" userId="966c597570e402b5" providerId="LiveId" clId="{17D83F1C-35B2-4BB9-96D9-9F957C46CE75}" dt="2021-10-10T15:49:07.080" v="9275" actId="478"/>
          <ac:spMkLst>
            <pc:docMk/>
            <pc:sldMk cId="3005990759" sldId="300"/>
            <ac:spMk id="2" creationId="{593EC9D2-EB43-4BB4-BAE4-6D16FF7F026A}"/>
          </ac:spMkLst>
        </pc:spChg>
        <pc:spChg chg="del">
          <ac:chgData name="Jang Jaehoon" userId="966c597570e402b5" providerId="LiveId" clId="{17D83F1C-35B2-4BB9-96D9-9F957C46CE75}" dt="2021-10-10T15:49:03.743" v="9274" actId="478"/>
          <ac:spMkLst>
            <pc:docMk/>
            <pc:sldMk cId="3005990759" sldId="300"/>
            <ac:spMk id="6" creationId="{D381C734-8EE2-4F55-8D29-C6FF10DD80E1}"/>
          </ac:spMkLst>
        </pc:spChg>
        <pc:spChg chg="add del mod">
          <ac:chgData name="Jang Jaehoon" userId="966c597570e402b5" providerId="LiveId" clId="{17D83F1C-35B2-4BB9-96D9-9F957C46CE75}" dt="2021-10-10T15:49:33.144" v="9277" actId="478"/>
          <ac:spMkLst>
            <pc:docMk/>
            <pc:sldMk cId="3005990759" sldId="300"/>
            <ac:spMk id="13" creationId="{8426124E-E176-4CE0-9762-08521915580F}"/>
          </ac:spMkLst>
        </pc:spChg>
        <pc:spChg chg="add del mod">
          <ac:chgData name="Jang Jaehoon" userId="966c597570e402b5" providerId="LiveId" clId="{17D83F1C-35B2-4BB9-96D9-9F957C46CE75}" dt="2021-10-10T15:49:33.144" v="9277" actId="478"/>
          <ac:spMkLst>
            <pc:docMk/>
            <pc:sldMk cId="3005990759" sldId="300"/>
            <ac:spMk id="14" creationId="{6C6B92C9-03B3-49C4-943B-4F79CE9175BD}"/>
          </ac:spMkLst>
        </pc:spChg>
        <pc:spChg chg="add del mod">
          <ac:chgData name="Jang Jaehoon" userId="966c597570e402b5" providerId="LiveId" clId="{17D83F1C-35B2-4BB9-96D9-9F957C46CE75}" dt="2021-10-10T15:49:33.144" v="9277" actId="478"/>
          <ac:spMkLst>
            <pc:docMk/>
            <pc:sldMk cId="3005990759" sldId="300"/>
            <ac:spMk id="15" creationId="{A67C77EF-49A6-4FA1-BA4F-64C2DB36D202}"/>
          </ac:spMkLst>
        </pc:spChg>
        <pc:spChg chg="del">
          <ac:chgData name="Jang Jaehoon" userId="966c597570e402b5" providerId="LiveId" clId="{17D83F1C-35B2-4BB9-96D9-9F957C46CE75}" dt="2021-10-10T15:49:07.080" v="9275" actId="478"/>
          <ac:spMkLst>
            <pc:docMk/>
            <pc:sldMk cId="3005990759" sldId="300"/>
            <ac:spMk id="16" creationId="{E0889025-FFD1-49E6-B855-36C6A31C7D81}"/>
          </ac:spMkLst>
        </pc:spChg>
        <pc:spChg chg="del">
          <ac:chgData name="Jang Jaehoon" userId="966c597570e402b5" providerId="LiveId" clId="{17D83F1C-35B2-4BB9-96D9-9F957C46CE75}" dt="2021-10-10T15:49:07.080" v="9275" actId="478"/>
          <ac:spMkLst>
            <pc:docMk/>
            <pc:sldMk cId="3005990759" sldId="300"/>
            <ac:spMk id="17" creationId="{D5E6D6FE-FF5B-4D78-B342-E3530734AB76}"/>
          </ac:spMkLst>
        </pc:spChg>
        <pc:spChg chg="add del mod">
          <ac:chgData name="Jang Jaehoon" userId="966c597570e402b5" providerId="LiveId" clId="{17D83F1C-35B2-4BB9-96D9-9F957C46CE75}" dt="2021-10-10T15:49:33.144" v="9277" actId="478"/>
          <ac:spMkLst>
            <pc:docMk/>
            <pc:sldMk cId="3005990759" sldId="300"/>
            <ac:spMk id="18" creationId="{175621EA-741B-4962-B68E-D1417189A4A0}"/>
          </ac:spMkLst>
        </pc:spChg>
        <pc:spChg chg="del">
          <ac:chgData name="Jang Jaehoon" userId="966c597570e402b5" providerId="LiveId" clId="{17D83F1C-35B2-4BB9-96D9-9F957C46CE75}" dt="2021-10-10T15:49:03.743" v="9274" actId="478"/>
          <ac:spMkLst>
            <pc:docMk/>
            <pc:sldMk cId="3005990759" sldId="300"/>
            <ac:spMk id="20" creationId="{8AF0740E-4A8B-4742-9045-F8C9DE7AA11E}"/>
          </ac:spMkLst>
        </pc:spChg>
        <pc:spChg chg="add mod">
          <ac:chgData name="Jang Jaehoon" userId="966c597570e402b5" providerId="LiveId" clId="{17D83F1C-35B2-4BB9-96D9-9F957C46CE75}" dt="2021-10-10T15:49:35.918" v="9279"/>
          <ac:spMkLst>
            <pc:docMk/>
            <pc:sldMk cId="3005990759" sldId="300"/>
            <ac:spMk id="21" creationId="{C360C19A-8386-4BB6-842A-00637F278058}"/>
          </ac:spMkLst>
        </pc:spChg>
        <pc:spChg chg="add mod">
          <ac:chgData name="Jang Jaehoon" userId="966c597570e402b5" providerId="LiveId" clId="{17D83F1C-35B2-4BB9-96D9-9F957C46CE75}" dt="2021-10-10T15:49:46.541" v="9305" actId="20577"/>
          <ac:spMkLst>
            <pc:docMk/>
            <pc:sldMk cId="3005990759" sldId="300"/>
            <ac:spMk id="22" creationId="{28D4A3DD-DDE8-4E2E-82A1-F06E906E46EF}"/>
          </ac:spMkLst>
        </pc:spChg>
        <pc:spChg chg="add mod">
          <ac:chgData name="Jang Jaehoon" userId="966c597570e402b5" providerId="LiveId" clId="{17D83F1C-35B2-4BB9-96D9-9F957C46CE75}" dt="2021-10-10T15:49:35.918" v="9279"/>
          <ac:spMkLst>
            <pc:docMk/>
            <pc:sldMk cId="3005990759" sldId="300"/>
            <ac:spMk id="23" creationId="{6CDFDDDA-B9D7-4ED9-B4EE-093755511915}"/>
          </ac:spMkLst>
        </pc:spChg>
        <pc:spChg chg="add mod">
          <ac:chgData name="Jang Jaehoon" userId="966c597570e402b5" providerId="LiveId" clId="{17D83F1C-35B2-4BB9-96D9-9F957C46CE75}" dt="2021-10-10T15:50:25.077" v="9350"/>
          <ac:spMkLst>
            <pc:docMk/>
            <pc:sldMk cId="3005990759" sldId="300"/>
            <ac:spMk id="25" creationId="{2AB8670A-F2A6-459A-9470-14D652BCBAA5}"/>
          </ac:spMkLst>
        </pc:spChg>
        <pc:spChg chg="add mod">
          <ac:chgData name="Jang Jaehoon" userId="966c597570e402b5" providerId="LiveId" clId="{17D83F1C-35B2-4BB9-96D9-9F957C46CE75}" dt="2021-10-10T15:50:31.053" v="9351" actId="571"/>
          <ac:spMkLst>
            <pc:docMk/>
            <pc:sldMk cId="3005990759" sldId="300"/>
            <ac:spMk id="26" creationId="{A63C1977-D0A7-40AC-A25A-B5F1AFAB4E1C}"/>
          </ac:spMkLst>
        </pc:spChg>
        <pc:spChg chg="add mod">
          <ac:chgData name="Jang Jaehoon" userId="966c597570e402b5" providerId="LiveId" clId="{17D83F1C-35B2-4BB9-96D9-9F957C46CE75}" dt="2021-10-10T15:50:42.319" v="9382"/>
          <ac:spMkLst>
            <pc:docMk/>
            <pc:sldMk cId="3005990759" sldId="300"/>
            <ac:spMk id="27" creationId="{0D8AF60B-E384-4E1D-92B6-40F0EEA4AAF2}"/>
          </ac:spMkLst>
        </pc:spChg>
        <pc:spChg chg="add mod">
          <ac:chgData name="Jang Jaehoon" userId="966c597570e402b5" providerId="LiveId" clId="{17D83F1C-35B2-4BB9-96D9-9F957C46CE75}" dt="2021-10-10T15:50:31.053" v="9351" actId="571"/>
          <ac:spMkLst>
            <pc:docMk/>
            <pc:sldMk cId="3005990759" sldId="300"/>
            <ac:spMk id="28" creationId="{AAEB846B-E879-4047-9142-3AE2C4D8A2DB}"/>
          </ac:spMkLst>
        </pc:spChg>
        <pc:spChg chg="add mod">
          <ac:chgData name="Jang Jaehoon" userId="966c597570e402b5" providerId="LiveId" clId="{17D83F1C-35B2-4BB9-96D9-9F957C46CE75}" dt="2021-10-10T15:51:00.569" v="9409" actId="20577"/>
          <ac:spMkLst>
            <pc:docMk/>
            <pc:sldMk cId="3005990759" sldId="300"/>
            <ac:spMk id="29" creationId="{8A33ACC6-CF49-4770-B890-30A2A7BE228B}"/>
          </ac:spMkLst>
        </pc:spChg>
        <pc:spChg chg="add mod">
          <ac:chgData name="Jang Jaehoon" userId="966c597570e402b5" providerId="LiveId" clId="{17D83F1C-35B2-4BB9-96D9-9F957C46CE75}" dt="2021-10-10T15:50:54.107" v="9405" actId="571"/>
          <ac:spMkLst>
            <pc:docMk/>
            <pc:sldMk cId="3005990759" sldId="300"/>
            <ac:spMk id="30" creationId="{C7700383-C7E2-4C58-8E1E-892235C9E6B7}"/>
          </ac:spMkLst>
        </pc:spChg>
        <pc:spChg chg="add mod">
          <ac:chgData name="Jang Jaehoon" userId="966c597570e402b5" providerId="LiveId" clId="{17D83F1C-35B2-4BB9-96D9-9F957C46CE75}" dt="2021-10-10T15:51:13.274" v="9433"/>
          <ac:spMkLst>
            <pc:docMk/>
            <pc:sldMk cId="3005990759" sldId="300"/>
            <ac:spMk id="31" creationId="{D68FD789-C381-4C2C-8ED6-8A7943353CD7}"/>
          </ac:spMkLst>
        </pc:spChg>
        <pc:spChg chg="del mod">
          <ac:chgData name="Jang Jaehoon" userId="966c597570e402b5" providerId="LiveId" clId="{17D83F1C-35B2-4BB9-96D9-9F957C46CE75}" dt="2021-10-10T15:49:35.462" v="9278" actId="478"/>
          <ac:spMkLst>
            <pc:docMk/>
            <pc:sldMk cId="3005990759" sldId="300"/>
            <ac:spMk id="32" creationId="{BF5AD088-3829-4DCF-93CC-95FC423CFC7A}"/>
          </ac:spMkLst>
        </pc:spChg>
      </pc:sldChg>
      <pc:sldChg chg="addSp delSp modSp add mod">
        <pc:chgData name="Jang Jaehoon" userId="966c597570e402b5" providerId="LiveId" clId="{17D83F1C-35B2-4BB9-96D9-9F957C46CE75}" dt="2021-10-10T16:44:43.875" v="10553"/>
        <pc:sldMkLst>
          <pc:docMk/>
          <pc:sldMk cId="3171248552" sldId="301"/>
        </pc:sldMkLst>
        <pc:spChg chg="del">
          <ac:chgData name="Jang Jaehoon" userId="966c597570e402b5" providerId="LiveId" clId="{17D83F1C-35B2-4BB9-96D9-9F957C46CE75}" dt="2021-10-10T16:39:23.766" v="10282" actId="478"/>
          <ac:spMkLst>
            <pc:docMk/>
            <pc:sldMk cId="3171248552" sldId="301"/>
            <ac:spMk id="6" creationId="{D381C734-8EE2-4F55-8D29-C6FF10DD80E1}"/>
          </ac:spMkLst>
        </pc:spChg>
        <pc:spChg chg="mod">
          <ac:chgData name="Jang Jaehoon" userId="966c597570e402b5" providerId="LiveId" clId="{17D83F1C-35B2-4BB9-96D9-9F957C46CE75}" dt="2021-10-10T16:32:59.663" v="10045"/>
          <ac:spMkLst>
            <pc:docMk/>
            <pc:sldMk cId="3171248552" sldId="301"/>
            <ac:spMk id="11" creationId="{99346E2B-17DE-411D-804A-B93F612A8017}"/>
          </ac:spMkLst>
        </pc:spChg>
        <pc:spChg chg="del">
          <ac:chgData name="Jang Jaehoon" userId="966c597570e402b5" providerId="LiveId" clId="{17D83F1C-35B2-4BB9-96D9-9F957C46CE75}" dt="2021-10-10T16:33:05.444" v="10046" actId="478"/>
          <ac:spMkLst>
            <pc:docMk/>
            <pc:sldMk cId="3171248552" sldId="301"/>
            <ac:spMk id="13" creationId="{751E141F-5B76-4230-B663-54AF09BA98FB}"/>
          </ac:spMkLst>
        </pc:spChg>
        <pc:spChg chg="del">
          <ac:chgData name="Jang Jaehoon" userId="966c597570e402b5" providerId="LiveId" clId="{17D83F1C-35B2-4BB9-96D9-9F957C46CE75}" dt="2021-10-10T16:33:05.444" v="10046" actId="478"/>
          <ac:spMkLst>
            <pc:docMk/>
            <pc:sldMk cId="3171248552" sldId="301"/>
            <ac:spMk id="14" creationId="{2C0F04B7-0AC4-4FEE-845C-52CB0E9236F2}"/>
          </ac:spMkLst>
        </pc:spChg>
        <pc:spChg chg="del">
          <ac:chgData name="Jang Jaehoon" userId="966c597570e402b5" providerId="LiveId" clId="{17D83F1C-35B2-4BB9-96D9-9F957C46CE75}" dt="2021-10-10T16:33:05.444" v="10046" actId="478"/>
          <ac:spMkLst>
            <pc:docMk/>
            <pc:sldMk cId="3171248552" sldId="301"/>
            <ac:spMk id="15" creationId="{8CD4F258-AE27-4132-A0B6-3D9F5FDC444F}"/>
          </ac:spMkLst>
        </pc:spChg>
        <pc:spChg chg="del">
          <ac:chgData name="Jang Jaehoon" userId="966c597570e402b5" providerId="LiveId" clId="{17D83F1C-35B2-4BB9-96D9-9F957C46CE75}" dt="2021-10-10T16:33:05.444" v="10046" actId="478"/>
          <ac:spMkLst>
            <pc:docMk/>
            <pc:sldMk cId="3171248552" sldId="301"/>
            <ac:spMk id="17" creationId="{03C05DE7-2B9C-42B0-A3F0-5FC5BBDCF5CA}"/>
          </ac:spMkLst>
        </pc:spChg>
        <pc:graphicFrameChg chg="add mod modGraphic">
          <ac:chgData name="Jang Jaehoon" userId="966c597570e402b5" providerId="LiveId" clId="{17D83F1C-35B2-4BB9-96D9-9F957C46CE75}" dt="2021-10-10T16:44:43.875" v="10553"/>
          <ac:graphicFrameMkLst>
            <pc:docMk/>
            <pc:sldMk cId="3171248552" sldId="301"/>
            <ac:graphicFrameMk id="16" creationId="{13CF1B4D-0F53-4B8B-97AC-E47286CFA44F}"/>
          </ac:graphicFrameMkLst>
        </pc:graphicFrameChg>
      </pc:sldChg>
      <pc:sldChg chg="addSp delSp modSp add mod">
        <pc:chgData name="Jang Jaehoon" userId="966c597570e402b5" providerId="LiveId" clId="{17D83F1C-35B2-4BB9-96D9-9F957C46CE75}" dt="2021-10-10T16:46:47.933" v="10708" actId="6549"/>
        <pc:sldMkLst>
          <pc:docMk/>
          <pc:sldMk cId="2940163638" sldId="302"/>
        </pc:sldMkLst>
        <pc:spChg chg="del">
          <ac:chgData name="Jang Jaehoon" userId="966c597570e402b5" providerId="LiveId" clId="{17D83F1C-35B2-4BB9-96D9-9F957C46CE75}" dt="2021-10-10T16:45:04.396" v="10554" actId="478"/>
          <ac:spMkLst>
            <pc:docMk/>
            <pc:sldMk cId="2940163638" sldId="302"/>
            <ac:spMk id="6" creationId="{D381C734-8EE2-4F55-8D29-C6FF10DD80E1}"/>
          </ac:spMkLst>
        </pc:spChg>
        <pc:spChg chg="mod">
          <ac:chgData name="Jang Jaehoon" userId="966c597570e402b5" providerId="LiveId" clId="{17D83F1C-35B2-4BB9-96D9-9F957C46CE75}" dt="2021-10-10T16:33:22.233" v="10048"/>
          <ac:spMkLst>
            <pc:docMk/>
            <pc:sldMk cId="2940163638" sldId="302"/>
            <ac:spMk id="11" creationId="{99346E2B-17DE-411D-804A-B93F612A8017}"/>
          </ac:spMkLst>
        </pc:spChg>
        <pc:spChg chg="del mod">
          <ac:chgData name="Jang Jaehoon" userId="966c597570e402b5" providerId="LiveId" clId="{17D83F1C-35B2-4BB9-96D9-9F957C46CE75}" dt="2021-10-10T16:45:04.396" v="10554" actId="478"/>
          <ac:spMkLst>
            <pc:docMk/>
            <pc:sldMk cId="2940163638" sldId="302"/>
            <ac:spMk id="13" creationId="{751E141F-5B76-4230-B663-54AF09BA98FB}"/>
          </ac:spMkLst>
        </pc:spChg>
        <pc:spChg chg="add del">
          <ac:chgData name="Jang Jaehoon" userId="966c597570e402b5" providerId="LiveId" clId="{17D83F1C-35B2-4BB9-96D9-9F957C46CE75}" dt="2021-10-10T16:45:04.396" v="10554" actId="478"/>
          <ac:spMkLst>
            <pc:docMk/>
            <pc:sldMk cId="2940163638" sldId="302"/>
            <ac:spMk id="14" creationId="{2C0F04B7-0AC4-4FEE-845C-52CB0E9236F2}"/>
          </ac:spMkLst>
        </pc:spChg>
        <pc:spChg chg="add del">
          <ac:chgData name="Jang Jaehoon" userId="966c597570e402b5" providerId="LiveId" clId="{17D83F1C-35B2-4BB9-96D9-9F957C46CE75}" dt="2021-10-10T16:45:04.396" v="10554" actId="478"/>
          <ac:spMkLst>
            <pc:docMk/>
            <pc:sldMk cId="2940163638" sldId="302"/>
            <ac:spMk id="15" creationId="{8CD4F258-AE27-4132-A0B6-3D9F5FDC444F}"/>
          </ac:spMkLst>
        </pc:spChg>
        <pc:spChg chg="add del">
          <ac:chgData name="Jang Jaehoon" userId="966c597570e402b5" providerId="LiveId" clId="{17D83F1C-35B2-4BB9-96D9-9F957C46CE75}" dt="2021-10-10T16:45:04.396" v="10554" actId="478"/>
          <ac:spMkLst>
            <pc:docMk/>
            <pc:sldMk cId="2940163638" sldId="302"/>
            <ac:spMk id="17" creationId="{03C05DE7-2B9C-42B0-A3F0-5FC5BBDCF5CA}"/>
          </ac:spMkLst>
        </pc:spChg>
        <pc:graphicFrameChg chg="add mod modGraphic">
          <ac:chgData name="Jang Jaehoon" userId="966c597570e402b5" providerId="LiveId" clId="{17D83F1C-35B2-4BB9-96D9-9F957C46CE75}" dt="2021-10-10T16:46:47.933" v="10708" actId="6549"/>
          <ac:graphicFrameMkLst>
            <pc:docMk/>
            <pc:sldMk cId="2940163638" sldId="302"/>
            <ac:graphicFrameMk id="16" creationId="{AAF88852-EFFB-4AF9-9C68-F10C23E254C4}"/>
          </ac:graphicFrameMkLst>
        </pc:graphicFrameChg>
      </pc:sldChg>
      <pc:sldChg chg="addSp delSp modSp add mod">
        <pc:chgData name="Jang Jaehoon" userId="966c597570e402b5" providerId="LiveId" clId="{17D83F1C-35B2-4BB9-96D9-9F957C46CE75}" dt="2021-10-10T16:57:59.419" v="11117" actId="478"/>
        <pc:sldMkLst>
          <pc:docMk/>
          <pc:sldMk cId="347896986" sldId="303"/>
        </pc:sldMkLst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9" creationId="{EEC6FBA0-E519-4B2D-9038-04C78589B18A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13" creationId="{6458C3AD-6CFA-48FD-981B-00C2467B9B37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14" creationId="{40C098D8-F944-4844-A2DB-CC9B52B50B2A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15" creationId="{B2CC1490-4DBA-4294-81E8-16E23A5B9F9B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16" creationId="{F9F40747-0A53-4D15-8B7E-275472224945}"/>
          </ac:spMkLst>
        </pc:spChg>
        <pc:spChg chg="mod">
          <ac:chgData name="Jang Jaehoon" userId="966c597570e402b5" providerId="LiveId" clId="{17D83F1C-35B2-4BB9-96D9-9F957C46CE75}" dt="2021-10-10T16:57:21.429" v="11112"/>
          <ac:spMkLst>
            <pc:docMk/>
            <pc:sldMk cId="347896986" sldId="303"/>
            <ac:spMk id="23" creationId="{0AC0A57F-FCAD-4F3A-A0B3-9515529E5E96}"/>
          </ac:spMkLst>
        </pc:spChg>
        <pc:spChg chg="add mod">
          <ac:chgData name="Jang Jaehoon" userId="966c597570e402b5" providerId="LiveId" clId="{17D83F1C-35B2-4BB9-96D9-9F957C46CE75}" dt="2021-10-10T16:57:56.728" v="11116" actId="1076"/>
          <ac:spMkLst>
            <pc:docMk/>
            <pc:sldMk cId="347896986" sldId="303"/>
            <ac:spMk id="25" creationId="{41A754EA-2C54-4DF4-BA2B-6AF7EF718B61}"/>
          </ac:spMkLst>
        </pc:spChg>
        <pc:spChg chg="add mod">
          <ac:chgData name="Jang Jaehoon" userId="966c597570e402b5" providerId="LiveId" clId="{17D83F1C-35B2-4BB9-96D9-9F957C46CE75}" dt="2021-10-10T16:57:56.728" v="11116" actId="1076"/>
          <ac:spMkLst>
            <pc:docMk/>
            <pc:sldMk cId="347896986" sldId="303"/>
            <ac:spMk id="28" creationId="{BB86876C-0966-4A42-A0E2-F9297DE9788E}"/>
          </ac:spMkLst>
        </pc:spChg>
        <pc:spChg chg="del mod">
          <ac:chgData name="Jang Jaehoon" userId="966c597570e402b5" providerId="LiveId" clId="{17D83F1C-35B2-4BB9-96D9-9F957C46CE75}" dt="2021-10-10T16:57:59.419" v="11117" actId="478"/>
          <ac:spMkLst>
            <pc:docMk/>
            <pc:sldMk cId="347896986" sldId="303"/>
            <ac:spMk id="29" creationId="{A13FACEC-30C8-41AA-B96E-909F711D5B04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0" creationId="{AFF65EBA-3A6B-4554-82C9-39135F4B9CC7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1" creationId="{D7B0E8A6-7A01-4411-B994-95F1AB0D3C7C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2" creationId="{DF669382-EA24-41E9-BDF3-AE81C49283F1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3" creationId="{087BD270-C606-49E1-A383-34D2BB27574F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4" creationId="{FDE68C5B-74D3-4CD8-9C02-2236E7982740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5" creationId="{EFF5333D-CE66-4D4A-887C-C19C5926E4CA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6" creationId="{586E33FB-1D6E-43D7-8EB8-F5A08BAB26E8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7" creationId="{FF6F5EB3-0173-4123-B129-0D735D23D33A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8" creationId="{B29AB6A5-CF04-42FE-8488-767AA22D4EC1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39" creationId="{EA3E20EF-C6B5-43E6-966E-8E9D4AACFDC6}"/>
          </ac:spMkLst>
        </pc:spChg>
        <pc:spChg chg="del">
          <ac:chgData name="Jang Jaehoon" userId="966c597570e402b5" providerId="LiveId" clId="{17D83F1C-35B2-4BB9-96D9-9F957C46CE75}" dt="2021-10-10T16:57:04.576" v="11087" actId="478"/>
          <ac:spMkLst>
            <pc:docMk/>
            <pc:sldMk cId="347896986" sldId="303"/>
            <ac:spMk id="40" creationId="{F0785F6A-5B7D-4A21-A905-CA438CFC57A6}"/>
          </ac:spMkLst>
        </pc:spChg>
        <pc:spChg chg="add mod">
          <ac:chgData name="Jang Jaehoon" userId="966c597570e402b5" providerId="LiveId" clId="{17D83F1C-35B2-4BB9-96D9-9F957C46CE75}" dt="2021-10-10T16:57:56.728" v="11116" actId="1076"/>
          <ac:spMkLst>
            <pc:docMk/>
            <pc:sldMk cId="347896986" sldId="303"/>
            <ac:spMk id="41" creationId="{F159B622-0F77-4069-A868-8090070DC625}"/>
          </ac:spMkLst>
        </pc:spChg>
        <pc:spChg chg="add mod">
          <ac:chgData name="Jang Jaehoon" userId="966c597570e402b5" providerId="LiveId" clId="{17D83F1C-35B2-4BB9-96D9-9F957C46CE75}" dt="2021-10-10T16:57:56.728" v="11116" actId="1076"/>
          <ac:spMkLst>
            <pc:docMk/>
            <pc:sldMk cId="347896986" sldId="303"/>
            <ac:spMk id="42" creationId="{67B6CDF2-1BD1-4E15-AA90-BE4C41BA63C5}"/>
          </ac:spMkLst>
        </pc:spChg>
      </pc:sldChg>
      <pc:sldChg chg="addSp delSp modSp add mod">
        <pc:chgData name="Jang Jaehoon" userId="966c597570e402b5" providerId="LiveId" clId="{17D83F1C-35B2-4BB9-96D9-9F957C46CE75}" dt="2021-10-10T17:01:11.085" v="11151" actId="478"/>
        <pc:sldMkLst>
          <pc:docMk/>
          <pc:sldMk cId="2953417131" sldId="304"/>
        </pc:sldMkLst>
        <pc:spChg chg="add del mod">
          <ac:chgData name="Jang Jaehoon" userId="966c597570e402b5" providerId="LiveId" clId="{17D83F1C-35B2-4BB9-96D9-9F957C46CE75}" dt="2021-10-10T17:01:11.085" v="11151" actId="478"/>
          <ac:spMkLst>
            <pc:docMk/>
            <pc:sldMk cId="2953417131" sldId="304"/>
            <ac:spMk id="11" creationId="{82CA5109-A293-4B82-9D8E-4BF43A7B11A0}"/>
          </ac:spMkLst>
        </pc:spChg>
        <pc:spChg chg="add del mod">
          <ac:chgData name="Jang Jaehoon" userId="966c597570e402b5" providerId="LiveId" clId="{17D83F1C-35B2-4BB9-96D9-9F957C46CE75}" dt="2021-10-10T17:01:11.085" v="11151" actId="478"/>
          <ac:spMkLst>
            <pc:docMk/>
            <pc:sldMk cId="2953417131" sldId="304"/>
            <ac:spMk id="12" creationId="{0F527D79-16AF-4EE4-B5C9-47C10F46E508}"/>
          </ac:spMkLst>
        </pc:spChg>
        <pc:spChg chg="add del mod">
          <ac:chgData name="Jang Jaehoon" userId="966c597570e402b5" providerId="LiveId" clId="{17D83F1C-35B2-4BB9-96D9-9F957C46CE75}" dt="2021-10-10T17:01:11.085" v="11151" actId="478"/>
          <ac:spMkLst>
            <pc:docMk/>
            <pc:sldMk cId="2953417131" sldId="304"/>
            <ac:spMk id="13" creationId="{E7ED990A-9C37-4A95-AB62-802CDD2393FB}"/>
          </ac:spMkLst>
        </pc:spChg>
        <pc:spChg chg="add mod">
          <ac:chgData name="Jang Jaehoon" userId="966c597570e402b5" providerId="LiveId" clId="{17D83F1C-35B2-4BB9-96D9-9F957C46CE75}" dt="2021-10-10T17:00:53.750" v="11148"/>
          <ac:spMkLst>
            <pc:docMk/>
            <pc:sldMk cId="2953417131" sldId="304"/>
            <ac:spMk id="14" creationId="{0F678025-2875-49EC-B353-1E77119E3328}"/>
          </ac:spMkLst>
        </pc:spChg>
        <pc:spChg chg="add mod">
          <ac:chgData name="Jang Jaehoon" userId="966c597570e402b5" providerId="LiveId" clId="{17D83F1C-35B2-4BB9-96D9-9F957C46CE75}" dt="2021-10-10T17:01:02.244" v="11149"/>
          <ac:spMkLst>
            <pc:docMk/>
            <pc:sldMk cId="2953417131" sldId="304"/>
            <ac:spMk id="15" creationId="{253E378E-51F0-4162-B3D1-364402FA2507}"/>
          </ac:spMkLst>
        </pc:spChg>
        <pc:spChg chg="add mod">
          <ac:chgData name="Jang Jaehoon" userId="966c597570e402b5" providerId="LiveId" clId="{17D83F1C-35B2-4BB9-96D9-9F957C46CE75}" dt="2021-10-10T17:01:07.658" v="11150"/>
          <ac:spMkLst>
            <pc:docMk/>
            <pc:sldMk cId="2953417131" sldId="304"/>
            <ac:spMk id="16" creationId="{1D41DCD8-BC9C-41A8-9E71-D1EE562CCD50}"/>
          </ac:spMkLst>
        </pc:spChg>
        <pc:spChg chg="mod">
          <ac:chgData name="Jang Jaehoon" userId="966c597570e402b5" providerId="LiveId" clId="{17D83F1C-35B2-4BB9-96D9-9F957C46CE75}" dt="2021-10-10T16:59:38.778" v="11142"/>
          <ac:spMkLst>
            <pc:docMk/>
            <pc:sldMk cId="2953417131" sldId="304"/>
            <ac:spMk id="23" creationId="{0AC0A57F-FCAD-4F3A-A0B3-9515529E5E96}"/>
          </ac:spMkLst>
        </pc:spChg>
        <pc:spChg chg="del">
          <ac:chgData name="Jang Jaehoon" userId="966c597570e402b5" providerId="LiveId" clId="{17D83F1C-35B2-4BB9-96D9-9F957C46CE75}" dt="2021-10-10T16:59:55.527" v="11143" actId="478"/>
          <ac:spMkLst>
            <pc:docMk/>
            <pc:sldMk cId="2953417131" sldId="304"/>
            <ac:spMk id="25" creationId="{41A754EA-2C54-4DF4-BA2B-6AF7EF718B61}"/>
          </ac:spMkLst>
        </pc:spChg>
        <pc:spChg chg="del">
          <ac:chgData name="Jang Jaehoon" userId="966c597570e402b5" providerId="LiveId" clId="{17D83F1C-35B2-4BB9-96D9-9F957C46CE75}" dt="2021-10-10T16:59:55.527" v="11143" actId="478"/>
          <ac:spMkLst>
            <pc:docMk/>
            <pc:sldMk cId="2953417131" sldId="304"/>
            <ac:spMk id="28" creationId="{BB86876C-0966-4A42-A0E2-F9297DE9788E}"/>
          </ac:spMkLst>
        </pc:spChg>
        <pc:spChg chg="del">
          <ac:chgData name="Jang Jaehoon" userId="966c597570e402b5" providerId="LiveId" clId="{17D83F1C-35B2-4BB9-96D9-9F957C46CE75}" dt="2021-10-10T16:59:55.527" v="11143" actId="478"/>
          <ac:spMkLst>
            <pc:docMk/>
            <pc:sldMk cId="2953417131" sldId="304"/>
            <ac:spMk id="41" creationId="{F159B622-0F77-4069-A868-8090070DC625}"/>
          </ac:spMkLst>
        </pc:spChg>
        <pc:spChg chg="del">
          <ac:chgData name="Jang Jaehoon" userId="966c597570e402b5" providerId="LiveId" clId="{17D83F1C-35B2-4BB9-96D9-9F957C46CE75}" dt="2021-10-10T16:59:55.527" v="11143" actId="478"/>
          <ac:spMkLst>
            <pc:docMk/>
            <pc:sldMk cId="2953417131" sldId="304"/>
            <ac:spMk id="42" creationId="{67B6CDF2-1BD1-4E15-AA90-BE4C41BA63C5}"/>
          </ac:spMkLst>
        </pc:spChg>
      </pc:sldChg>
      <pc:sldChg chg="delSp modSp add mod">
        <pc:chgData name="Jang Jaehoon" userId="966c597570e402b5" providerId="LiveId" clId="{17D83F1C-35B2-4BB9-96D9-9F957C46CE75}" dt="2021-10-10T17:02:10.484" v="11178" actId="478"/>
        <pc:sldMkLst>
          <pc:docMk/>
          <pc:sldMk cId="2125439372" sldId="305"/>
        </pc:sldMkLst>
        <pc:spChg chg="mod">
          <ac:chgData name="Jang Jaehoon" userId="966c597570e402b5" providerId="LiveId" clId="{17D83F1C-35B2-4BB9-96D9-9F957C46CE75}" dt="2021-10-10T17:01:52.978" v="11177"/>
          <ac:spMkLst>
            <pc:docMk/>
            <pc:sldMk cId="2125439372" sldId="305"/>
            <ac:spMk id="14" creationId="{0F678025-2875-49EC-B353-1E77119E3328}"/>
          </ac:spMkLst>
        </pc:spChg>
        <pc:spChg chg="del">
          <ac:chgData name="Jang Jaehoon" userId="966c597570e402b5" providerId="LiveId" clId="{17D83F1C-35B2-4BB9-96D9-9F957C46CE75}" dt="2021-10-10T17:02:10.484" v="11178" actId="478"/>
          <ac:spMkLst>
            <pc:docMk/>
            <pc:sldMk cId="2125439372" sldId="305"/>
            <ac:spMk id="16" creationId="{1D41DCD8-BC9C-41A8-9E71-D1EE562CCD50}"/>
          </ac:spMkLst>
        </pc:spChg>
        <pc:spChg chg="mod">
          <ac:chgData name="Jang Jaehoon" userId="966c597570e402b5" providerId="LiveId" clId="{17D83F1C-35B2-4BB9-96D9-9F957C46CE75}" dt="2021-10-10T17:01:43.262" v="11176"/>
          <ac:spMkLst>
            <pc:docMk/>
            <pc:sldMk cId="2125439372" sldId="305"/>
            <ac:spMk id="23" creationId="{0AC0A57F-FCAD-4F3A-A0B3-9515529E5E96}"/>
          </ac:spMkLst>
        </pc:spChg>
      </pc:sldChg>
      <pc:sldChg chg="modSp new mod">
        <pc:chgData name="Jang Jaehoon" userId="966c597570e402b5" providerId="LiveId" clId="{17D83F1C-35B2-4BB9-96D9-9F957C46CE75}" dt="2021-10-10T17:03:44.505" v="11200" actId="1076"/>
        <pc:sldMkLst>
          <pc:docMk/>
          <pc:sldMk cId="2150087707" sldId="306"/>
        </pc:sldMkLst>
        <pc:spChg chg="mod">
          <ac:chgData name="Jang Jaehoon" userId="966c597570e402b5" providerId="LiveId" clId="{17D83F1C-35B2-4BB9-96D9-9F957C46CE75}" dt="2021-10-10T17:03:41.229" v="11199" actId="1076"/>
          <ac:spMkLst>
            <pc:docMk/>
            <pc:sldMk cId="2150087707" sldId="306"/>
            <ac:spMk id="2" creationId="{BD572FBE-B8C5-4D2C-A320-A59444BC7185}"/>
          </ac:spMkLst>
        </pc:spChg>
        <pc:spChg chg="mod">
          <ac:chgData name="Jang Jaehoon" userId="966c597570e402b5" providerId="LiveId" clId="{17D83F1C-35B2-4BB9-96D9-9F957C46CE75}" dt="2021-10-10T17:03:44.505" v="11200" actId="1076"/>
          <ac:spMkLst>
            <pc:docMk/>
            <pc:sldMk cId="2150087707" sldId="306"/>
            <ac:spMk id="3" creationId="{148DF39C-1C22-47A6-B581-78333866D24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BE-47F3-B504-95A303AE35E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BE-47F3-B504-95A303AE35E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BE-47F3-B504-95A303AE35E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2BE-47F3-B504-95A303AE35EA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E-47B0-A5A1-A2287EA44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67-4267-8E30-A19BA43C10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67-4267-8E30-A19BA43C10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67-4267-8E30-A19BA43C1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4189471"/>
        <c:axId val="1694189887"/>
      </c:barChart>
      <c:catAx>
        <c:axId val="1694189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4189887"/>
        <c:crosses val="autoZero"/>
        <c:auto val="1"/>
        <c:lblAlgn val="ctr"/>
        <c:lblOffset val="100"/>
        <c:noMultiLvlLbl val="0"/>
      </c:catAx>
      <c:valAx>
        <c:axId val="169418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418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6E4B47-E7D8-4AFF-B8BB-B88E8DF862DD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A15C612-3823-429E-A089-7B7A0D31C45E}">
      <dgm:prSet phldrT="[텍스트]"/>
      <dgm:spPr/>
      <dgm:t>
        <a:bodyPr/>
        <a:lstStyle/>
        <a:p>
          <a:pPr latinLnBrk="1"/>
          <a:r>
            <a:rPr lang="en-US" altLang="ko-KR" dirty="0"/>
            <a:t>R&amp;R</a:t>
          </a:r>
          <a:endParaRPr lang="ko-KR" altLang="en-US" dirty="0"/>
        </a:p>
      </dgm:t>
    </dgm:pt>
    <dgm:pt modelId="{D8E8DFA8-B9BF-4E12-A134-786BAFA868A9}" type="parTrans" cxnId="{077F1F10-7C59-4378-89CC-2E300835C463}">
      <dgm:prSet/>
      <dgm:spPr/>
      <dgm:t>
        <a:bodyPr/>
        <a:lstStyle/>
        <a:p>
          <a:pPr latinLnBrk="1"/>
          <a:endParaRPr lang="ko-KR" altLang="en-US"/>
        </a:p>
      </dgm:t>
    </dgm:pt>
    <dgm:pt modelId="{85973ADB-7319-4FAC-8FD5-8DB8A6BD895F}" type="sibTrans" cxnId="{077F1F10-7C59-4378-89CC-2E300835C463}">
      <dgm:prSet/>
      <dgm:spPr/>
      <dgm:t>
        <a:bodyPr/>
        <a:lstStyle/>
        <a:p>
          <a:pPr latinLnBrk="1"/>
          <a:endParaRPr lang="ko-KR" altLang="en-US"/>
        </a:p>
      </dgm:t>
    </dgm:pt>
    <dgm:pt modelId="{29F42047-9AC3-41B8-95AC-4C2ED5EA7C41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B412FA7C-6678-4ADA-A1FE-9350BA333534}" type="parTrans" cxnId="{73EC1A07-D485-49FD-BB44-63E877BC25A9}">
      <dgm:prSet/>
      <dgm:spPr/>
      <dgm:t>
        <a:bodyPr/>
        <a:lstStyle/>
        <a:p>
          <a:pPr latinLnBrk="1"/>
          <a:endParaRPr lang="ko-KR" altLang="en-US"/>
        </a:p>
      </dgm:t>
    </dgm:pt>
    <dgm:pt modelId="{491B0974-DDF2-4779-94C1-8C9BB953E598}" type="sibTrans" cxnId="{73EC1A07-D485-49FD-BB44-63E877BC25A9}">
      <dgm:prSet/>
      <dgm:spPr/>
      <dgm:t>
        <a:bodyPr/>
        <a:lstStyle/>
        <a:p>
          <a:pPr latinLnBrk="1"/>
          <a:endParaRPr lang="ko-KR" altLang="en-US"/>
        </a:p>
      </dgm:t>
    </dgm:pt>
    <dgm:pt modelId="{487A0CDA-4B2C-4B39-85A0-A7AAA0A6E721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4A2E2DD9-A8A5-4F05-A172-A5008C4FE30B}" type="parTrans" cxnId="{38277A6D-8440-4884-A5CA-EE37970F0286}">
      <dgm:prSet/>
      <dgm:spPr/>
      <dgm:t>
        <a:bodyPr/>
        <a:lstStyle/>
        <a:p>
          <a:pPr latinLnBrk="1"/>
          <a:endParaRPr lang="ko-KR" altLang="en-US"/>
        </a:p>
      </dgm:t>
    </dgm:pt>
    <dgm:pt modelId="{E8054DEC-50B4-4FF6-B1D3-E4FFC593DA82}" type="sibTrans" cxnId="{38277A6D-8440-4884-A5CA-EE37970F0286}">
      <dgm:prSet/>
      <dgm:spPr/>
      <dgm:t>
        <a:bodyPr/>
        <a:lstStyle/>
        <a:p>
          <a:pPr latinLnBrk="1"/>
          <a:endParaRPr lang="ko-KR" altLang="en-US"/>
        </a:p>
      </dgm:t>
    </dgm:pt>
    <dgm:pt modelId="{E095F15E-9D96-4BE6-ADFA-0E67A4234FCB}">
      <dgm:prSet phldrT="[텍스트]"/>
      <dgm:spPr/>
      <dgm:t>
        <a:bodyPr/>
        <a:lstStyle/>
        <a:p>
          <a:pPr latinLnBrk="1"/>
          <a:r>
            <a:rPr lang="en-US" altLang="ko-KR" dirty="0"/>
            <a:t>PM</a:t>
          </a:r>
          <a:endParaRPr lang="ko-KR" altLang="en-US" dirty="0"/>
        </a:p>
      </dgm:t>
    </dgm:pt>
    <dgm:pt modelId="{E8E7B0ED-4970-4F2C-AAE1-9FC2708E6365}" type="parTrans" cxnId="{F5337D89-FBD7-44FE-833B-FD213E283E14}">
      <dgm:prSet/>
      <dgm:spPr/>
      <dgm:t>
        <a:bodyPr/>
        <a:lstStyle/>
        <a:p>
          <a:pPr latinLnBrk="1"/>
          <a:endParaRPr lang="ko-KR" altLang="en-US"/>
        </a:p>
      </dgm:t>
    </dgm:pt>
    <dgm:pt modelId="{40B4462B-F499-43F4-9911-F133F6D542B7}" type="sibTrans" cxnId="{F5337D89-FBD7-44FE-833B-FD213E283E14}">
      <dgm:prSet/>
      <dgm:spPr/>
      <dgm:t>
        <a:bodyPr/>
        <a:lstStyle/>
        <a:p>
          <a:pPr latinLnBrk="1"/>
          <a:endParaRPr lang="ko-KR" altLang="en-US"/>
        </a:p>
      </dgm:t>
    </dgm:pt>
    <dgm:pt modelId="{837A0D05-A95B-4E62-B0A4-E746C3E2CB88}">
      <dgm:prSet phldrT="[텍스트]"/>
      <dgm:spPr/>
      <dgm:t>
        <a:bodyPr/>
        <a:lstStyle/>
        <a:p>
          <a:pPr latinLnBrk="1"/>
          <a:r>
            <a:rPr lang="ko-KR" altLang="en-US" dirty="0"/>
            <a:t>개발</a:t>
          </a:r>
        </a:p>
      </dgm:t>
    </dgm:pt>
    <dgm:pt modelId="{F16F113B-F395-4F5E-94B7-F1FC27B25B2E}" type="parTrans" cxnId="{000611CD-BAC9-4278-BFC4-01BF6986D660}">
      <dgm:prSet/>
      <dgm:spPr/>
      <dgm:t>
        <a:bodyPr/>
        <a:lstStyle/>
        <a:p>
          <a:pPr latinLnBrk="1"/>
          <a:endParaRPr lang="ko-KR" altLang="en-US"/>
        </a:p>
      </dgm:t>
    </dgm:pt>
    <dgm:pt modelId="{BB927876-F683-4648-8F74-B365DEE49EE3}" type="sibTrans" cxnId="{000611CD-BAC9-4278-BFC4-01BF6986D660}">
      <dgm:prSet/>
      <dgm:spPr/>
      <dgm:t>
        <a:bodyPr/>
        <a:lstStyle/>
        <a:p>
          <a:pPr latinLnBrk="1"/>
          <a:endParaRPr lang="ko-KR" altLang="en-US"/>
        </a:p>
      </dgm:t>
    </dgm:pt>
    <dgm:pt modelId="{52AF8B7A-DD91-43F3-BB19-151EA8515712}">
      <dgm:prSet phldrT="[텍스트]"/>
      <dgm:spPr/>
      <dgm:t>
        <a:bodyPr/>
        <a:lstStyle/>
        <a:p>
          <a:pPr latinLnBrk="1"/>
          <a:r>
            <a:rPr lang="ko-KR" altLang="en-US" dirty="0"/>
            <a:t>기술지원</a:t>
          </a:r>
        </a:p>
      </dgm:t>
    </dgm:pt>
    <dgm:pt modelId="{9CBC5259-0267-4F65-880F-B4E3A8044179}" type="parTrans" cxnId="{D58044DE-C69F-4845-AC19-BD6855248C45}">
      <dgm:prSet/>
      <dgm:spPr/>
      <dgm:t>
        <a:bodyPr/>
        <a:lstStyle/>
        <a:p>
          <a:pPr latinLnBrk="1"/>
          <a:endParaRPr lang="ko-KR" altLang="en-US"/>
        </a:p>
      </dgm:t>
    </dgm:pt>
    <dgm:pt modelId="{50E86F4C-2DE5-45BB-B6E4-0DE0A90A455D}" type="sibTrans" cxnId="{D58044DE-C69F-4845-AC19-BD6855248C45}">
      <dgm:prSet/>
      <dgm:spPr/>
      <dgm:t>
        <a:bodyPr/>
        <a:lstStyle/>
        <a:p>
          <a:pPr latinLnBrk="1"/>
          <a:endParaRPr lang="ko-KR" altLang="en-US"/>
        </a:p>
      </dgm:t>
    </dgm:pt>
    <dgm:pt modelId="{F4B5A3BB-4E97-4218-B900-BCAF100CC369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983C7EAB-8139-4A23-B009-D4BADAAEF4E7}" type="parTrans" cxnId="{DA6C3141-34AD-49FA-8411-90D9CB2E2A80}">
      <dgm:prSet/>
      <dgm:spPr/>
      <dgm:t>
        <a:bodyPr/>
        <a:lstStyle/>
        <a:p>
          <a:pPr latinLnBrk="1"/>
          <a:endParaRPr lang="ko-KR" altLang="en-US"/>
        </a:p>
      </dgm:t>
    </dgm:pt>
    <dgm:pt modelId="{8664FBC5-D3AA-4835-AF0A-9DC16DB1E96B}" type="sibTrans" cxnId="{DA6C3141-34AD-49FA-8411-90D9CB2E2A80}">
      <dgm:prSet/>
      <dgm:spPr/>
      <dgm:t>
        <a:bodyPr/>
        <a:lstStyle/>
        <a:p>
          <a:pPr latinLnBrk="1"/>
          <a:endParaRPr lang="ko-KR" altLang="en-US"/>
        </a:p>
      </dgm:t>
    </dgm:pt>
    <dgm:pt modelId="{489297C6-CFAB-495F-8872-B6B47701F2AB}">
      <dgm:prSet phldrT="[텍스트]" phldr="1"/>
      <dgm:spPr/>
      <dgm:t>
        <a:bodyPr/>
        <a:lstStyle/>
        <a:p>
          <a:pPr latinLnBrk="1"/>
          <a:endParaRPr lang="ko-KR" altLang="en-US" dirty="0"/>
        </a:p>
      </dgm:t>
    </dgm:pt>
    <dgm:pt modelId="{D8B17817-4C66-4496-A9C2-0886E5C34135}" type="parTrans" cxnId="{B553ECFB-BCB8-4714-BDA8-13D0166AF3A6}">
      <dgm:prSet/>
      <dgm:spPr/>
      <dgm:t>
        <a:bodyPr/>
        <a:lstStyle/>
        <a:p>
          <a:pPr latinLnBrk="1"/>
          <a:endParaRPr lang="ko-KR" altLang="en-US"/>
        </a:p>
      </dgm:t>
    </dgm:pt>
    <dgm:pt modelId="{B23B8327-B903-4807-81B5-40630D0FCC95}" type="sibTrans" cxnId="{B553ECFB-BCB8-4714-BDA8-13D0166AF3A6}">
      <dgm:prSet/>
      <dgm:spPr/>
      <dgm:t>
        <a:bodyPr/>
        <a:lstStyle/>
        <a:p>
          <a:pPr latinLnBrk="1"/>
          <a:endParaRPr lang="ko-KR" altLang="en-US"/>
        </a:p>
      </dgm:t>
    </dgm:pt>
    <dgm:pt modelId="{E178A0A8-9ACF-41F5-94A9-0411934B3323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2FF557A2-F52E-495E-9571-6CD89C5F7EFF}" type="parTrans" cxnId="{0BA0B37A-E60B-40EA-962F-946EAD5469C3}">
      <dgm:prSet/>
      <dgm:spPr/>
      <dgm:t>
        <a:bodyPr/>
        <a:lstStyle/>
        <a:p>
          <a:pPr latinLnBrk="1"/>
          <a:endParaRPr lang="ko-KR" altLang="en-US"/>
        </a:p>
      </dgm:t>
    </dgm:pt>
    <dgm:pt modelId="{14CB2CE9-DAA8-4015-9172-73ED379E1BF8}" type="sibTrans" cxnId="{0BA0B37A-E60B-40EA-962F-946EAD5469C3}">
      <dgm:prSet/>
      <dgm:spPr/>
      <dgm:t>
        <a:bodyPr/>
        <a:lstStyle/>
        <a:p>
          <a:pPr latinLnBrk="1"/>
          <a:endParaRPr lang="ko-KR" altLang="en-US"/>
        </a:p>
      </dgm:t>
    </dgm:pt>
    <dgm:pt modelId="{B36CEAB8-B817-4FDB-B338-60E454A32433}" type="pres">
      <dgm:prSet presAssocID="{DB6E4B47-E7D8-4AFF-B8BB-B88E8DF862DD}" presName="Name0" presStyleCnt="0">
        <dgm:presLayoutVars>
          <dgm:dir/>
          <dgm:animLvl val="lvl"/>
          <dgm:resizeHandles val="exact"/>
        </dgm:presLayoutVars>
      </dgm:prSet>
      <dgm:spPr/>
    </dgm:pt>
    <dgm:pt modelId="{94A8E9AD-BF1E-43AB-8049-A87FC4492645}" type="pres">
      <dgm:prSet presAssocID="{F4B5A3BB-4E97-4218-B900-BCAF100CC369}" presName="boxAndChildren" presStyleCnt="0"/>
      <dgm:spPr/>
    </dgm:pt>
    <dgm:pt modelId="{F88CD5F6-0FFF-44C1-B2C0-BABFA2622533}" type="pres">
      <dgm:prSet presAssocID="{F4B5A3BB-4E97-4218-B900-BCAF100CC369}" presName="parentTextBox" presStyleLbl="node1" presStyleIdx="0" presStyleCnt="3"/>
      <dgm:spPr/>
    </dgm:pt>
    <dgm:pt modelId="{A921792B-617E-4050-A27E-B8DE5659F7DC}" type="pres">
      <dgm:prSet presAssocID="{F4B5A3BB-4E97-4218-B900-BCAF100CC369}" presName="entireBox" presStyleLbl="node1" presStyleIdx="0" presStyleCnt="3"/>
      <dgm:spPr/>
    </dgm:pt>
    <dgm:pt modelId="{73BC0075-7083-4713-A69C-189EFB739100}" type="pres">
      <dgm:prSet presAssocID="{F4B5A3BB-4E97-4218-B900-BCAF100CC369}" presName="descendantBox" presStyleCnt="0"/>
      <dgm:spPr/>
    </dgm:pt>
    <dgm:pt modelId="{9B66120B-5678-40CD-B43E-91FAE1D24145}" type="pres">
      <dgm:prSet presAssocID="{489297C6-CFAB-495F-8872-B6B47701F2AB}" presName="childTextBox" presStyleLbl="fgAccFollowNode1" presStyleIdx="0" presStyleCnt="6">
        <dgm:presLayoutVars>
          <dgm:bulletEnabled val="1"/>
        </dgm:presLayoutVars>
      </dgm:prSet>
      <dgm:spPr/>
    </dgm:pt>
    <dgm:pt modelId="{C3F279A6-ACA9-4684-8391-A9763C040AA6}" type="pres">
      <dgm:prSet presAssocID="{E178A0A8-9ACF-41F5-94A9-0411934B3323}" presName="childTextBox" presStyleLbl="fgAccFollowNode1" presStyleIdx="1" presStyleCnt="6">
        <dgm:presLayoutVars>
          <dgm:bulletEnabled val="1"/>
        </dgm:presLayoutVars>
      </dgm:prSet>
      <dgm:spPr/>
    </dgm:pt>
    <dgm:pt modelId="{3EA434E3-25DD-407A-A281-BF3CCE52E5A5}" type="pres">
      <dgm:prSet presAssocID="{40B4462B-F499-43F4-9911-F133F6D542B7}" presName="sp" presStyleCnt="0"/>
      <dgm:spPr/>
    </dgm:pt>
    <dgm:pt modelId="{788322DA-8146-4BF2-920C-34A0AAF7B8FD}" type="pres">
      <dgm:prSet presAssocID="{E095F15E-9D96-4BE6-ADFA-0E67A4234FCB}" presName="arrowAndChildren" presStyleCnt="0"/>
      <dgm:spPr/>
    </dgm:pt>
    <dgm:pt modelId="{6C49F3AC-850B-4BBE-9142-26E27BF81942}" type="pres">
      <dgm:prSet presAssocID="{E095F15E-9D96-4BE6-ADFA-0E67A4234FCB}" presName="parentTextArrow" presStyleLbl="node1" presStyleIdx="0" presStyleCnt="3"/>
      <dgm:spPr/>
    </dgm:pt>
    <dgm:pt modelId="{5896CC59-510C-4569-BFD4-B6449C30D9F5}" type="pres">
      <dgm:prSet presAssocID="{E095F15E-9D96-4BE6-ADFA-0E67A4234FCB}" presName="arrow" presStyleLbl="node1" presStyleIdx="1" presStyleCnt="3"/>
      <dgm:spPr/>
    </dgm:pt>
    <dgm:pt modelId="{92FEE268-B339-48B2-8F63-1301426C74AB}" type="pres">
      <dgm:prSet presAssocID="{E095F15E-9D96-4BE6-ADFA-0E67A4234FCB}" presName="descendantArrow" presStyleCnt="0"/>
      <dgm:spPr/>
    </dgm:pt>
    <dgm:pt modelId="{40A243E8-DFFC-4FB0-8D5D-61736B462121}" type="pres">
      <dgm:prSet presAssocID="{837A0D05-A95B-4E62-B0A4-E746C3E2CB88}" presName="childTextArrow" presStyleLbl="fgAccFollowNode1" presStyleIdx="2" presStyleCnt="6">
        <dgm:presLayoutVars>
          <dgm:bulletEnabled val="1"/>
        </dgm:presLayoutVars>
      </dgm:prSet>
      <dgm:spPr/>
    </dgm:pt>
    <dgm:pt modelId="{9CE089F4-63F4-4C9F-9976-050C453A933C}" type="pres">
      <dgm:prSet presAssocID="{52AF8B7A-DD91-43F3-BB19-151EA8515712}" presName="childTextArrow" presStyleLbl="fgAccFollowNode1" presStyleIdx="3" presStyleCnt="6">
        <dgm:presLayoutVars>
          <dgm:bulletEnabled val="1"/>
        </dgm:presLayoutVars>
      </dgm:prSet>
      <dgm:spPr/>
    </dgm:pt>
    <dgm:pt modelId="{7A14EE46-7DDB-4DF1-AF17-2E24D80C3D62}" type="pres">
      <dgm:prSet presAssocID="{85973ADB-7319-4FAC-8FD5-8DB8A6BD895F}" presName="sp" presStyleCnt="0"/>
      <dgm:spPr/>
    </dgm:pt>
    <dgm:pt modelId="{4B5BA235-756C-4869-A80B-01841D4452CA}" type="pres">
      <dgm:prSet presAssocID="{1A15C612-3823-429E-A089-7B7A0D31C45E}" presName="arrowAndChildren" presStyleCnt="0"/>
      <dgm:spPr/>
    </dgm:pt>
    <dgm:pt modelId="{928F36CF-748A-4BEC-A533-B2CA75A36D59}" type="pres">
      <dgm:prSet presAssocID="{1A15C612-3823-429E-A089-7B7A0D31C45E}" presName="parentTextArrow" presStyleLbl="node1" presStyleIdx="1" presStyleCnt="3"/>
      <dgm:spPr/>
    </dgm:pt>
    <dgm:pt modelId="{DB9F2533-38FD-46A0-984E-EA5B6F1A994C}" type="pres">
      <dgm:prSet presAssocID="{1A15C612-3823-429E-A089-7B7A0D31C45E}" presName="arrow" presStyleLbl="node1" presStyleIdx="2" presStyleCnt="3" custLinFactY="-48243" custLinFactNeighborY="-100000"/>
      <dgm:spPr/>
    </dgm:pt>
    <dgm:pt modelId="{8D810732-8264-4278-91AF-4EBDDB90F1B2}" type="pres">
      <dgm:prSet presAssocID="{1A15C612-3823-429E-A089-7B7A0D31C45E}" presName="descendantArrow" presStyleCnt="0"/>
      <dgm:spPr/>
    </dgm:pt>
    <dgm:pt modelId="{A138C734-C71F-47D9-B212-F078F68E7770}" type="pres">
      <dgm:prSet presAssocID="{29F42047-9AC3-41B8-95AC-4C2ED5EA7C41}" presName="childTextArrow" presStyleLbl="fgAccFollowNode1" presStyleIdx="4" presStyleCnt="6">
        <dgm:presLayoutVars>
          <dgm:bulletEnabled val="1"/>
        </dgm:presLayoutVars>
      </dgm:prSet>
      <dgm:spPr/>
    </dgm:pt>
    <dgm:pt modelId="{7BAB1CE1-AC04-4AB0-BF05-8255BAE65DD9}" type="pres">
      <dgm:prSet presAssocID="{487A0CDA-4B2C-4B39-85A0-A7AAA0A6E721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EA200B03-0B5D-443F-9AB4-2349F6BD1D4C}" type="presOf" srcId="{1A15C612-3823-429E-A089-7B7A0D31C45E}" destId="{928F36CF-748A-4BEC-A533-B2CA75A36D59}" srcOrd="0" destOrd="0" presId="urn:microsoft.com/office/officeart/2005/8/layout/process4"/>
    <dgm:cxn modelId="{73EC1A07-D485-49FD-BB44-63E877BC25A9}" srcId="{1A15C612-3823-429E-A089-7B7A0D31C45E}" destId="{29F42047-9AC3-41B8-95AC-4C2ED5EA7C41}" srcOrd="0" destOrd="0" parTransId="{B412FA7C-6678-4ADA-A1FE-9350BA333534}" sibTransId="{491B0974-DDF2-4779-94C1-8C9BB953E598}"/>
    <dgm:cxn modelId="{AF1A7B0F-500F-45B8-97A3-A2218C9D65C3}" type="presOf" srcId="{52AF8B7A-DD91-43F3-BB19-151EA8515712}" destId="{9CE089F4-63F4-4C9F-9976-050C453A933C}" srcOrd="0" destOrd="0" presId="urn:microsoft.com/office/officeart/2005/8/layout/process4"/>
    <dgm:cxn modelId="{077F1F10-7C59-4378-89CC-2E300835C463}" srcId="{DB6E4B47-E7D8-4AFF-B8BB-B88E8DF862DD}" destId="{1A15C612-3823-429E-A089-7B7A0D31C45E}" srcOrd="0" destOrd="0" parTransId="{D8E8DFA8-B9BF-4E12-A134-786BAFA868A9}" sibTransId="{85973ADB-7319-4FAC-8FD5-8DB8A6BD895F}"/>
    <dgm:cxn modelId="{7F0CEB10-0F64-431B-B719-D03A038B2629}" type="presOf" srcId="{DB6E4B47-E7D8-4AFF-B8BB-B88E8DF862DD}" destId="{B36CEAB8-B817-4FDB-B338-60E454A32433}" srcOrd="0" destOrd="0" presId="urn:microsoft.com/office/officeart/2005/8/layout/process4"/>
    <dgm:cxn modelId="{2F95EA1E-06B0-4A98-B8F4-664168379DFA}" type="presOf" srcId="{E095F15E-9D96-4BE6-ADFA-0E67A4234FCB}" destId="{6C49F3AC-850B-4BBE-9142-26E27BF81942}" srcOrd="0" destOrd="0" presId="urn:microsoft.com/office/officeart/2005/8/layout/process4"/>
    <dgm:cxn modelId="{DA6C3141-34AD-49FA-8411-90D9CB2E2A80}" srcId="{DB6E4B47-E7D8-4AFF-B8BB-B88E8DF862DD}" destId="{F4B5A3BB-4E97-4218-B900-BCAF100CC369}" srcOrd="2" destOrd="0" parTransId="{983C7EAB-8139-4A23-B009-D4BADAAEF4E7}" sibTransId="{8664FBC5-D3AA-4835-AF0A-9DC16DB1E96B}"/>
    <dgm:cxn modelId="{F77A2162-BDDE-4CF4-97AD-06C1A7F92BC0}" type="presOf" srcId="{489297C6-CFAB-495F-8872-B6B47701F2AB}" destId="{9B66120B-5678-40CD-B43E-91FAE1D24145}" srcOrd="0" destOrd="0" presId="urn:microsoft.com/office/officeart/2005/8/layout/process4"/>
    <dgm:cxn modelId="{EE6E9C65-A4E2-4235-A7E6-5CB9EC3DF30A}" type="presOf" srcId="{F4B5A3BB-4E97-4218-B900-BCAF100CC369}" destId="{F88CD5F6-0FFF-44C1-B2C0-BABFA2622533}" srcOrd="0" destOrd="0" presId="urn:microsoft.com/office/officeart/2005/8/layout/process4"/>
    <dgm:cxn modelId="{E5E1624C-0B2B-424D-9915-6CCE3C92E0E6}" type="presOf" srcId="{837A0D05-A95B-4E62-B0A4-E746C3E2CB88}" destId="{40A243E8-DFFC-4FB0-8D5D-61736B462121}" srcOrd="0" destOrd="0" presId="urn:microsoft.com/office/officeart/2005/8/layout/process4"/>
    <dgm:cxn modelId="{38277A6D-8440-4884-A5CA-EE37970F0286}" srcId="{1A15C612-3823-429E-A089-7B7A0D31C45E}" destId="{487A0CDA-4B2C-4B39-85A0-A7AAA0A6E721}" srcOrd="1" destOrd="0" parTransId="{4A2E2DD9-A8A5-4F05-A172-A5008C4FE30B}" sibTransId="{E8054DEC-50B4-4FF6-B1D3-E4FFC593DA82}"/>
    <dgm:cxn modelId="{2743E671-4F32-49EF-9832-426E467F68F0}" type="presOf" srcId="{29F42047-9AC3-41B8-95AC-4C2ED5EA7C41}" destId="{A138C734-C71F-47D9-B212-F078F68E7770}" srcOrd="0" destOrd="0" presId="urn:microsoft.com/office/officeart/2005/8/layout/process4"/>
    <dgm:cxn modelId="{0BA0B37A-E60B-40EA-962F-946EAD5469C3}" srcId="{F4B5A3BB-4E97-4218-B900-BCAF100CC369}" destId="{E178A0A8-9ACF-41F5-94A9-0411934B3323}" srcOrd="1" destOrd="0" parTransId="{2FF557A2-F52E-495E-9571-6CD89C5F7EFF}" sibTransId="{14CB2CE9-DAA8-4015-9172-73ED379E1BF8}"/>
    <dgm:cxn modelId="{F5337D89-FBD7-44FE-833B-FD213E283E14}" srcId="{DB6E4B47-E7D8-4AFF-B8BB-B88E8DF862DD}" destId="{E095F15E-9D96-4BE6-ADFA-0E67A4234FCB}" srcOrd="1" destOrd="0" parTransId="{E8E7B0ED-4970-4F2C-AAE1-9FC2708E6365}" sibTransId="{40B4462B-F499-43F4-9911-F133F6D542B7}"/>
    <dgm:cxn modelId="{C377F18C-C5CD-4334-A102-61DEB584EFB8}" type="presOf" srcId="{E178A0A8-9ACF-41F5-94A9-0411934B3323}" destId="{C3F279A6-ACA9-4684-8391-A9763C040AA6}" srcOrd="0" destOrd="0" presId="urn:microsoft.com/office/officeart/2005/8/layout/process4"/>
    <dgm:cxn modelId="{4079AAA4-5444-4C46-9D6D-5274A53E97F9}" type="presOf" srcId="{E095F15E-9D96-4BE6-ADFA-0E67A4234FCB}" destId="{5896CC59-510C-4569-BFD4-B6449C30D9F5}" srcOrd="1" destOrd="0" presId="urn:microsoft.com/office/officeart/2005/8/layout/process4"/>
    <dgm:cxn modelId="{000611CD-BAC9-4278-BFC4-01BF6986D660}" srcId="{E095F15E-9D96-4BE6-ADFA-0E67A4234FCB}" destId="{837A0D05-A95B-4E62-B0A4-E746C3E2CB88}" srcOrd="0" destOrd="0" parTransId="{F16F113B-F395-4F5E-94B7-F1FC27B25B2E}" sibTransId="{BB927876-F683-4648-8F74-B365DEE49EE3}"/>
    <dgm:cxn modelId="{997D20D5-9CE7-4839-BDEB-ED706E293196}" type="presOf" srcId="{F4B5A3BB-4E97-4218-B900-BCAF100CC369}" destId="{A921792B-617E-4050-A27E-B8DE5659F7DC}" srcOrd="1" destOrd="0" presId="urn:microsoft.com/office/officeart/2005/8/layout/process4"/>
    <dgm:cxn modelId="{D58044DE-C69F-4845-AC19-BD6855248C45}" srcId="{E095F15E-9D96-4BE6-ADFA-0E67A4234FCB}" destId="{52AF8B7A-DD91-43F3-BB19-151EA8515712}" srcOrd="1" destOrd="0" parTransId="{9CBC5259-0267-4F65-880F-B4E3A8044179}" sibTransId="{50E86F4C-2DE5-45BB-B6E4-0DE0A90A455D}"/>
    <dgm:cxn modelId="{91EAAFDF-3EA0-4A36-852B-D99CBB186EB3}" type="presOf" srcId="{1A15C612-3823-429E-A089-7B7A0D31C45E}" destId="{DB9F2533-38FD-46A0-984E-EA5B6F1A994C}" srcOrd="1" destOrd="0" presId="urn:microsoft.com/office/officeart/2005/8/layout/process4"/>
    <dgm:cxn modelId="{160FF6DF-0EC7-44EB-9549-F811A9DBA756}" type="presOf" srcId="{487A0CDA-4B2C-4B39-85A0-A7AAA0A6E721}" destId="{7BAB1CE1-AC04-4AB0-BF05-8255BAE65DD9}" srcOrd="0" destOrd="0" presId="urn:microsoft.com/office/officeart/2005/8/layout/process4"/>
    <dgm:cxn modelId="{B553ECFB-BCB8-4714-BDA8-13D0166AF3A6}" srcId="{F4B5A3BB-4E97-4218-B900-BCAF100CC369}" destId="{489297C6-CFAB-495F-8872-B6B47701F2AB}" srcOrd="0" destOrd="0" parTransId="{D8B17817-4C66-4496-A9C2-0886E5C34135}" sibTransId="{B23B8327-B903-4807-81B5-40630D0FCC95}"/>
    <dgm:cxn modelId="{4C3A709D-E7CC-47C7-9281-A5ECC539109D}" type="presParOf" srcId="{B36CEAB8-B817-4FDB-B338-60E454A32433}" destId="{94A8E9AD-BF1E-43AB-8049-A87FC4492645}" srcOrd="0" destOrd="0" presId="urn:microsoft.com/office/officeart/2005/8/layout/process4"/>
    <dgm:cxn modelId="{A2F7103C-7349-41BB-AAF3-5377CD20E215}" type="presParOf" srcId="{94A8E9AD-BF1E-43AB-8049-A87FC4492645}" destId="{F88CD5F6-0FFF-44C1-B2C0-BABFA2622533}" srcOrd="0" destOrd="0" presId="urn:microsoft.com/office/officeart/2005/8/layout/process4"/>
    <dgm:cxn modelId="{D2A397F5-578F-44FF-8E90-748968F38E6E}" type="presParOf" srcId="{94A8E9AD-BF1E-43AB-8049-A87FC4492645}" destId="{A921792B-617E-4050-A27E-B8DE5659F7DC}" srcOrd="1" destOrd="0" presId="urn:microsoft.com/office/officeart/2005/8/layout/process4"/>
    <dgm:cxn modelId="{660658B9-C50C-47E1-99DA-2F17F8203C50}" type="presParOf" srcId="{94A8E9AD-BF1E-43AB-8049-A87FC4492645}" destId="{73BC0075-7083-4713-A69C-189EFB739100}" srcOrd="2" destOrd="0" presId="urn:microsoft.com/office/officeart/2005/8/layout/process4"/>
    <dgm:cxn modelId="{DFA41900-F6E3-4919-A35C-30CF5BF8193B}" type="presParOf" srcId="{73BC0075-7083-4713-A69C-189EFB739100}" destId="{9B66120B-5678-40CD-B43E-91FAE1D24145}" srcOrd="0" destOrd="0" presId="urn:microsoft.com/office/officeart/2005/8/layout/process4"/>
    <dgm:cxn modelId="{A52E9B80-3E5D-4B41-90BA-1E3FFD183487}" type="presParOf" srcId="{73BC0075-7083-4713-A69C-189EFB739100}" destId="{C3F279A6-ACA9-4684-8391-A9763C040AA6}" srcOrd="1" destOrd="0" presId="urn:microsoft.com/office/officeart/2005/8/layout/process4"/>
    <dgm:cxn modelId="{EC6AA275-1ABA-46E3-B9DA-BCC209B52A94}" type="presParOf" srcId="{B36CEAB8-B817-4FDB-B338-60E454A32433}" destId="{3EA434E3-25DD-407A-A281-BF3CCE52E5A5}" srcOrd="1" destOrd="0" presId="urn:microsoft.com/office/officeart/2005/8/layout/process4"/>
    <dgm:cxn modelId="{ED2EC19B-59FE-43FE-B626-85F59CA74D7F}" type="presParOf" srcId="{B36CEAB8-B817-4FDB-B338-60E454A32433}" destId="{788322DA-8146-4BF2-920C-34A0AAF7B8FD}" srcOrd="2" destOrd="0" presId="urn:microsoft.com/office/officeart/2005/8/layout/process4"/>
    <dgm:cxn modelId="{BF1CE5E6-17CE-475B-BE1A-9C0CFCE21D6F}" type="presParOf" srcId="{788322DA-8146-4BF2-920C-34A0AAF7B8FD}" destId="{6C49F3AC-850B-4BBE-9142-26E27BF81942}" srcOrd="0" destOrd="0" presId="urn:microsoft.com/office/officeart/2005/8/layout/process4"/>
    <dgm:cxn modelId="{3BCC66E6-B20F-4FA6-B69C-9EF1585CB654}" type="presParOf" srcId="{788322DA-8146-4BF2-920C-34A0AAF7B8FD}" destId="{5896CC59-510C-4569-BFD4-B6449C30D9F5}" srcOrd="1" destOrd="0" presId="urn:microsoft.com/office/officeart/2005/8/layout/process4"/>
    <dgm:cxn modelId="{A5101DC3-44ED-4D7F-8C50-7E1D3330D447}" type="presParOf" srcId="{788322DA-8146-4BF2-920C-34A0AAF7B8FD}" destId="{92FEE268-B339-48B2-8F63-1301426C74AB}" srcOrd="2" destOrd="0" presId="urn:microsoft.com/office/officeart/2005/8/layout/process4"/>
    <dgm:cxn modelId="{F6B4BD8C-43E3-4EA9-A821-E9ACBFE6E673}" type="presParOf" srcId="{92FEE268-B339-48B2-8F63-1301426C74AB}" destId="{40A243E8-DFFC-4FB0-8D5D-61736B462121}" srcOrd="0" destOrd="0" presId="urn:microsoft.com/office/officeart/2005/8/layout/process4"/>
    <dgm:cxn modelId="{B105C63A-6A93-4C5E-8A2A-F81226611047}" type="presParOf" srcId="{92FEE268-B339-48B2-8F63-1301426C74AB}" destId="{9CE089F4-63F4-4C9F-9976-050C453A933C}" srcOrd="1" destOrd="0" presId="urn:microsoft.com/office/officeart/2005/8/layout/process4"/>
    <dgm:cxn modelId="{9667F5E3-540A-4FF2-8B90-17FA50A4DFCB}" type="presParOf" srcId="{B36CEAB8-B817-4FDB-B338-60E454A32433}" destId="{7A14EE46-7DDB-4DF1-AF17-2E24D80C3D62}" srcOrd="3" destOrd="0" presId="urn:microsoft.com/office/officeart/2005/8/layout/process4"/>
    <dgm:cxn modelId="{54B8AD99-BF3D-47D7-A6A8-FB391FE236D4}" type="presParOf" srcId="{B36CEAB8-B817-4FDB-B338-60E454A32433}" destId="{4B5BA235-756C-4869-A80B-01841D4452CA}" srcOrd="4" destOrd="0" presId="urn:microsoft.com/office/officeart/2005/8/layout/process4"/>
    <dgm:cxn modelId="{A6BD2234-25D9-418B-B991-1EADCE47B60B}" type="presParOf" srcId="{4B5BA235-756C-4869-A80B-01841D4452CA}" destId="{928F36CF-748A-4BEC-A533-B2CA75A36D59}" srcOrd="0" destOrd="0" presId="urn:microsoft.com/office/officeart/2005/8/layout/process4"/>
    <dgm:cxn modelId="{877EA05E-753D-498E-A5FF-0E1164AC32CE}" type="presParOf" srcId="{4B5BA235-756C-4869-A80B-01841D4452CA}" destId="{DB9F2533-38FD-46A0-984E-EA5B6F1A994C}" srcOrd="1" destOrd="0" presId="urn:microsoft.com/office/officeart/2005/8/layout/process4"/>
    <dgm:cxn modelId="{FD1A116D-E911-4204-A783-FC85F0161D56}" type="presParOf" srcId="{4B5BA235-756C-4869-A80B-01841D4452CA}" destId="{8D810732-8264-4278-91AF-4EBDDB90F1B2}" srcOrd="2" destOrd="0" presId="urn:microsoft.com/office/officeart/2005/8/layout/process4"/>
    <dgm:cxn modelId="{203DBCA5-8EF3-4E31-9244-5126152DCF1C}" type="presParOf" srcId="{8D810732-8264-4278-91AF-4EBDDB90F1B2}" destId="{A138C734-C71F-47D9-B212-F078F68E7770}" srcOrd="0" destOrd="0" presId="urn:microsoft.com/office/officeart/2005/8/layout/process4"/>
    <dgm:cxn modelId="{9FA03404-1155-4F75-9E24-E26F07EF6B1A}" type="presParOf" srcId="{8D810732-8264-4278-91AF-4EBDDB90F1B2}" destId="{7BAB1CE1-AC04-4AB0-BF05-8255BAE65DD9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9A03C1-3796-4527-A30E-B5D495A540F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CD341A3-504A-4128-B14D-8F4489176353}">
      <dgm:prSet phldrT="[텍스트]"/>
      <dgm:spPr/>
      <dgm:t>
        <a:bodyPr/>
        <a:lstStyle/>
        <a:p>
          <a:pPr latinLnBrk="1"/>
          <a:r>
            <a:rPr lang="ko-KR" altLang="en-US" dirty="0"/>
            <a:t>사업관리자</a:t>
          </a:r>
        </a:p>
      </dgm:t>
    </dgm:pt>
    <dgm:pt modelId="{CB708C1E-2CD9-4939-8166-091A26ED14D3}" type="parTrans" cxnId="{F85D34ED-B1AC-4E75-B00E-5D1081BE98DA}">
      <dgm:prSet/>
      <dgm:spPr/>
      <dgm:t>
        <a:bodyPr/>
        <a:lstStyle/>
        <a:p>
          <a:pPr latinLnBrk="1"/>
          <a:endParaRPr lang="ko-KR" altLang="en-US"/>
        </a:p>
      </dgm:t>
    </dgm:pt>
    <dgm:pt modelId="{D80A6152-E425-4D8A-81C0-33662B0846BE}" type="sibTrans" cxnId="{F85D34ED-B1AC-4E75-B00E-5D1081BE98DA}">
      <dgm:prSet/>
      <dgm:spPr/>
      <dgm:t>
        <a:bodyPr/>
        <a:lstStyle/>
        <a:p>
          <a:pPr latinLnBrk="1"/>
          <a:endParaRPr lang="ko-KR" altLang="en-US"/>
        </a:p>
      </dgm:t>
    </dgm:pt>
    <dgm:pt modelId="{8D285849-8C86-4644-BE7E-54FF3BCC29D1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B6947137-3588-4DB9-8A19-5A8BF52D30D6}" type="parTrans" cxnId="{FFC341F4-2FBC-4883-A4F5-313A1AEBC182}">
      <dgm:prSet/>
      <dgm:spPr/>
      <dgm:t>
        <a:bodyPr/>
        <a:lstStyle/>
        <a:p>
          <a:pPr latinLnBrk="1"/>
          <a:endParaRPr lang="ko-KR" altLang="en-US"/>
        </a:p>
      </dgm:t>
    </dgm:pt>
    <dgm:pt modelId="{9989C91E-8CB8-483C-BA6C-13340AD4BBFE}" type="sibTrans" cxnId="{FFC341F4-2FBC-4883-A4F5-313A1AEBC182}">
      <dgm:prSet/>
      <dgm:spPr/>
      <dgm:t>
        <a:bodyPr/>
        <a:lstStyle/>
        <a:p>
          <a:pPr latinLnBrk="1"/>
          <a:endParaRPr lang="ko-KR" altLang="en-US"/>
        </a:p>
      </dgm:t>
    </dgm:pt>
    <dgm:pt modelId="{9F804D6D-EF85-4330-BFBE-2C8E5EB1DD1C}">
      <dgm:prSet phldrT="[텍스트]"/>
      <dgm:spPr/>
      <dgm:t>
        <a:bodyPr/>
        <a:lstStyle/>
        <a:p>
          <a:pPr latinLnBrk="1"/>
          <a:r>
            <a:rPr lang="en-US" altLang="ko-KR" dirty="0"/>
            <a:t>PM</a:t>
          </a:r>
          <a:endParaRPr lang="ko-KR" altLang="en-US" dirty="0"/>
        </a:p>
      </dgm:t>
    </dgm:pt>
    <dgm:pt modelId="{09C93E4B-83A1-46D5-A154-F6A7A4D5FA59}" type="parTrans" cxnId="{933CA776-EAE1-477C-950C-57E648E768B9}">
      <dgm:prSet/>
      <dgm:spPr/>
      <dgm:t>
        <a:bodyPr/>
        <a:lstStyle/>
        <a:p>
          <a:pPr latinLnBrk="1"/>
          <a:endParaRPr lang="ko-KR" altLang="en-US"/>
        </a:p>
      </dgm:t>
    </dgm:pt>
    <dgm:pt modelId="{7ACBEA54-2448-483E-9D78-5F1E29751660}" type="sibTrans" cxnId="{933CA776-EAE1-477C-950C-57E648E768B9}">
      <dgm:prSet/>
      <dgm:spPr/>
      <dgm:t>
        <a:bodyPr/>
        <a:lstStyle/>
        <a:p>
          <a:pPr latinLnBrk="1"/>
          <a:endParaRPr lang="ko-KR" altLang="en-US"/>
        </a:p>
      </dgm:t>
    </dgm:pt>
    <dgm:pt modelId="{A066A4A0-E09A-4BC4-8B70-85F4E503A5F4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F330B50C-AEE6-4515-8041-6C0A0F3BDB73}" type="parTrans" cxnId="{9882A366-AB71-401E-81D8-14F655169563}">
      <dgm:prSet/>
      <dgm:spPr/>
      <dgm:t>
        <a:bodyPr/>
        <a:lstStyle/>
        <a:p>
          <a:pPr latinLnBrk="1"/>
          <a:endParaRPr lang="ko-KR" altLang="en-US"/>
        </a:p>
      </dgm:t>
    </dgm:pt>
    <dgm:pt modelId="{A0FDE28F-E1C7-4866-BC1C-6244174B74C4}" type="sibTrans" cxnId="{9882A366-AB71-401E-81D8-14F655169563}">
      <dgm:prSet/>
      <dgm:spPr/>
      <dgm:t>
        <a:bodyPr/>
        <a:lstStyle/>
        <a:p>
          <a:pPr latinLnBrk="1"/>
          <a:endParaRPr lang="ko-KR" altLang="en-US"/>
        </a:p>
      </dgm:t>
    </dgm:pt>
    <dgm:pt modelId="{961882EF-100A-4F9E-849B-E499A233DF8F}">
      <dgm:prSet phldrT="[텍스트]"/>
      <dgm:spPr/>
      <dgm:t>
        <a:bodyPr/>
        <a:lstStyle/>
        <a:p>
          <a:pPr latinLnBrk="1"/>
          <a:r>
            <a:rPr lang="ko-KR" altLang="en-US" dirty="0"/>
            <a:t>개발</a:t>
          </a:r>
        </a:p>
      </dgm:t>
    </dgm:pt>
    <dgm:pt modelId="{F4BFD509-915F-412A-A2BF-2173C88CA57B}" type="parTrans" cxnId="{FC961C85-ACB7-44BD-8620-061192D32738}">
      <dgm:prSet/>
      <dgm:spPr/>
      <dgm:t>
        <a:bodyPr/>
        <a:lstStyle/>
        <a:p>
          <a:pPr latinLnBrk="1"/>
          <a:endParaRPr lang="ko-KR" altLang="en-US"/>
        </a:p>
      </dgm:t>
    </dgm:pt>
    <dgm:pt modelId="{732C6F53-56A1-4CF7-97E8-69BEAE3A62B5}" type="sibTrans" cxnId="{FC961C85-ACB7-44BD-8620-061192D32738}">
      <dgm:prSet/>
      <dgm:spPr/>
      <dgm:t>
        <a:bodyPr/>
        <a:lstStyle/>
        <a:p>
          <a:pPr latinLnBrk="1"/>
          <a:endParaRPr lang="ko-KR" altLang="en-US"/>
        </a:p>
      </dgm:t>
    </dgm:pt>
    <dgm:pt modelId="{7FDA4B50-BEFD-4816-ABF8-C834DFF9AD21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D2655517-AF3C-4E10-A989-8FBF1C0B883E}" type="parTrans" cxnId="{156F716C-037E-4022-A108-1355EAB56F86}">
      <dgm:prSet/>
      <dgm:spPr/>
      <dgm:t>
        <a:bodyPr/>
        <a:lstStyle/>
        <a:p>
          <a:pPr latinLnBrk="1"/>
          <a:endParaRPr lang="ko-KR" altLang="en-US"/>
        </a:p>
      </dgm:t>
    </dgm:pt>
    <dgm:pt modelId="{89217756-8E46-4FE7-967E-5B3D5690D6AB}" type="sibTrans" cxnId="{156F716C-037E-4022-A108-1355EAB56F86}">
      <dgm:prSet/>
      <dgm:spPr/>
      <dgm:t>
        <a:bodyPr/>
        <a:lstStyle/>
        <a:p>
          <a:pPr latinLnBrk="1"/>
          <a:endParaRPr lang="ko-KR" altLang="en-US"/>
        </a:p>
      </dgm:t>
    </dgm:pt>
    <dgm:pt modelId="{5B5CC735-7055-4350-9BD1-209D9C68CCCB}" type="pres">
      <dgm:prSet presAssocID="{BE9A03C1-3796-4527-A30E-B5D495A540F7}" presName="rootnode" presStyleCnt="0">
        <dgm:presLayoutVars>
          <dgm:chMax/>
          <dgm:chPref/>
          <dgm:dir/>
          <dgm:animLvl val="lvl"/>
        </dgm:presLayoutVars>
      </dgm:prSet>
      <dgm:spPr/>
    </dgm:pt>
    <dgm:pt modelId="{683D33BA-EC57-4866-AF02-8F11AD8C4927}" type="pres">
      <dgm:prSet presAssocID="{ECD341A3-504A-4128-B14D-8F4489176353}" presName="composite" presStyleCnt="0"/>
      <dgm:spPr/>
    </dgm:pt>
    <dgm:pt modelId="{F224DE8A-D5B9-49B8-B690-404F0B764CFC}" type="pres">
      <dgm:prSet presAssocID="{ECD341A3-504A-4128-B14D-8F4489176353}" presName="bentUpArrow1" presStyleLbl="alignImgPlace1" presStyleIdx="0" presStyleCnt="2"/>
      <dgm:spPr/>
    </dgm:pt>
    <dgm:pt modelId="{CA46158A-0811-4ECA-AB12-639146AD8310}" type="pres">
      <dgm:prSet presAssocID="{ECD341A3-504A-4128-B14D-8F4489176353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2F1EC94-9921-4EE5-92A8-0CB83F6A11B8}" type="pres">
      <dgm:prSet presAssocID="{ECD341A3-504A-4128-B14D-8F4489176353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D82F718-29C5-45C2-B13D-E535EA17A151}" type="pres">
      <dgm:prSet presAssocID="{D80A6152-E425-4D8A-81C0-33662B0846BE}" presName="sibTrans" presStyleCnt="0"/>
      <dgm:spPr/>
    </dgm:pt>
    <dgm:pt modelId="{C621291C-E723-46F6-ACF3-BE589B829D8F}" type="pres">
      <dgm:prSet presAssocID="{9F804D6D-EF85-4330-BFBE-2C8E5EB1DD1C}" presName="composite" presStyleCnt="0"/>
      <dgm:spPr/>
    </dgm:pt>
    <dgm:pt modelId="{3A3B1336-57D7-431C-9D20-45734E074E4E}" type="pres">
      <dgm:prSet presAssocID="{9F804D6D-EF85-4330-BFBE-2C8E5EB1DD1C}" presName="bentUpArrow1" presStyleLbl="alignImgPlace1" presStyleIdx="1" presStyleCnt="2"/>
      <dgm:spPr/>
    </dgm:pt>
    <dgm:pt modelId="{A482D158-D234-4FB6-9FEF-A5F8EECB2DBC}" type="pres">
      <dgm:prSet presAssocID="{9F804D6D-EF85-4330-BFBE-2C8E5EB1DD1C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BBD53685-B5DE-43D7-927B-E597C82A5904}" type="pres">
      <dgm:prSet presAssocID="{9F804D6D-EF85-4330-BFBE-2C8E5EB1DD1C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A252AE6-EEB8-4935-A9A0-DBE33BAF02E0}" type="pres">
      <dgm:prSet presAssocID="{7ACBEA54-2448-483E-9D78-5F1E29751660}" presName="sibTrans" presStyleCnt="0"/>
      <dgm:spPr/>
    </dgm:pt>
    <dgm:pt modelId="{B3FF8382-2F64-45E6-BB72-AD7C866089CB}" type="pres">
      <dgm:prSet presAssocID="{961882EF-100A-4F9E-849B-E499A233DF8F}" presName="composite" presStyleCnt="0"/>
      <dgm:spPr/>
    </dgm:pt>
    <dgm:pt modelId="{A028B5FE-228A-4380-9273-64BED3972473}" type="pres">
      <dgm:prSet presAssocID="{961882EF-100A-4F9E-849B-E499A233DF8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5C799833-59D7-44AB-888B-88F2ED02A52A}" type="pres">
      <dgm:prSet presAssocID="{961882EF-100A-4F9E-849B-E499A233DF8F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D2A5C2D-A906-45AE-A2CA-ACBC034FEE2D}" type="presOf" srcId="{9F804D6D-EF85-4330-BFBE-2C8E5EB1DD1C}" destId="{A482D158-D234-4FB6-9FEF-A5F8EECB2DBC}" srcOrd="0" destOrd="0" presId="urn:microsoft.com/office/officeart/2005/8/layout/StepDownProcess"/>
    <dgm:cxn modelId="{84935735-625C-49E2-A8AC-235586468920}" type="presOf" srcId="{A066A4A0-E09A-4BC4-8B70-85F4E503A5F4}" destId="{BBD53685-B5DE-43D7-927B-E597C82A5904}" srcOrd="0" destOrd="0" presId="urn:microsoft.com/office/officeart/2005/8/layout/StepDownProcess"/>
    <dgm:cxn modelId="{08D40438-2042-498A-B837-6119E3707D5D}" type="presOf" srcId="{ECD341A3-504A-4128-B14D-8F4489176353}" destId="{CA46158A-0811-4ECA-AB12-639146AD8310}" srcOrd="0" destOrd="0" presId="urn:microsoft.com/office/officeart/2005/8/layout/StepDownProcess"/>
    <dgm:cxn modelId="{9882A366-AB71-401E-81D8-14F655169563}" srcId="{9F804D6D-EF85-4330-BFBE-2C8E5EB1DD1C}" destId="{A066A4A0-E09A-4BC4-8B70-85F4E503A5F4}" srcOrd="0" destOrd="0" parTransId="{F330B50C-AEE6-4515-8041-6C0A0F3BDB73}" sibTransId="{A0FDE28F-E1C7-4866-BC1C-6244174B74C4}"/>
    <dgm:cxn modelId="{156F716C-037E-4022-A108-1355EAB56F86}" srcId="{961882EF-100A-4F9E-849B-E499A233DF8F}" destId="{7FDA4B50-BEFD-4816-ABF8-C834DFF9AD21}" srcOrd="0" destOrd="0" parTransId="{D2655517-AF3C-4E10-A989-8FBF1C0B883E}" sibTransId="{89217756-8E46-4FE7-967E-5B3D5690D6AB}"/>
    <dgm:cxn modelId="{864EC152-33CD-4634-B937-9630154507C2}" type="presOf" srcId="{7FDA4B50-BEFD-4816-ABF8-C834DFF9AD21}" destId="{5C799833-59D7-44AB-888B-88F2ED02A52A}" srcOrd="0" destOrd="0" presId="urn:microsoft.com/office/officeart/2005/8/layout/StepDownProcess"/>
    <dgm:cxn modelId="{933CA776-EAE1-477C-950C-57E648E768B9}" srcId="{BE9A03C1-3796-4527-A30E-B5D495A540F7}" destId="{9F804D6D-EF85-4330-BFBE-2C8E5EB1DD1C}" srcOrd="1" destOrd="0" parTransId="{09C93E4B-83A1-46D5-A154-F6A7A4D5FA59}" sibTransId="{7ACBEA54-2448-483E-9D78-5F1E29751660}"/>
    <dgm:cxn modelId="{FC961C85-ACB7-44BD-8620-061192D32738}" srcId="{BE9A03C1-3796-4527-A30E-B5D495A540F7}" destId="{961882EF-100A-4F9E-849B-E499A233DF8F}" srcOrd="2" destOrd="0" parTransId="{F4BFD509-915F-412A-A2BF-2173C88CA57B}" sibTransId="{732C6F53-56A1-4CF7-97E8-69BEAE3A62B5}"/>
    <dgm:cxn modelId="{DB2F1E88-A9E1-4B5B-BD62-59824B89C8F0}" type="presOf" srcId="{961882EF-100A-4F9E-849B-E499A233DF8F}" destId="{A028B5FE-228A-4380-9273-64BED3972473}" srcOrd="0" destOrd="0" presId="urn:microsoft.com/office/officeart/2005/8/layout/StepDownProcess"/>
    <dgm:cxn modelId="{F85D34ED-B1AC-4E75-B00E-5D1081BE98DA}" srcId="{BE9A03C1-3796-4527-A30E-B5D495A540F7}" destId="{ECD341A3-504A-4128-B14D-8F4489176353}" srcOrd="0" destOrd="0" parTransId="{CB708C1E-2CD9-4939-8166-091A26ED14D3}" sibTransId="{D80A6152-E425-4D8A-81C0-33662B0846BE}"/>
    <dgm:cxn modelId="{FFC341F4-2FBC-4883-A4F5-313A1AEBC182}" srcId="{ECD341A3-504A-4128-B14D-8F4489176353}" destId="{8D285849-8C86-4644-BE7E-54FF3BCC29D1}" srcOrd="0" destOrd="0" parTransId="{B6947137-3588-4DB9-8A19-5A8BF52D30D6}" sibTransId="{9989C91E-8CB8-483C-BA6C-13340AD4BBFE}"/>
    <dgm:cxn modelId="{CE6452F6-4C42-42BA-AF90-195D7F4C8E13}" type="presOf" srcId="{8D285849-8C86-4644-BE7E-54FF3BCC29D1}" destId="{E2F1EC94-9921-4EE5-92A8-0CB83F6A11B8}" srcOrd="0" destOrd="0" presId="urn:microsoft.com/office/officeart/2005/8/layout/StepDownProcess"/>
    <dgm:cxn modelId="{7F9375FC-D79E-4E5A-BDD4-3C495493EF0C}" type="presOf" srcId="{BE9A03C1-3796-4527-A30E-B5D495A540F7}" destId="{5B5CC735-7055-4350-9BD1-209D9C68CCCB}" srcOrd="0" destOrd="0" presId="urn:microsoft.com/office/officeart/2005/8/layout/StepDownProcess"/>
    <dgm:cxn modelId="{40C948DD-9D97-4CA8-AA5D-EF729D0FCF32}" type="presParOf" srcId="{5B5CC735-7055-4350-9BD1-209D9C68CCCB}" destId="{683D33BA-EC57-4866-AF02-8F11AD8C4927}" srcOrd="0" destOrd="0" presId="urn:microsoft.com/office/officeart/2005/8/layout/StepDownProcess"/>
    <dgm:cxn modelId="{2424EEAF-4173-4A2E-9688-6E9C5429DD39}" type="presParOf" srcId="{683D33BA-EC57-4866-AF02-8F11AD8C4927}" destId="{F224DE8A-D5B9-49B8-B690-404F0B764CFC}" srcOrd="0" destOrd="0" presId="urn:microsoft.com/office/officeart/2005/8/layout/StepDownProcess"/>
    <dgm:cxn modelId="{F35D855C-FA59-48AB-9D08-B8CF5AFFBAB1}" type="presParOf" srcId="{683D33BA-EC57-4866-AF02-8F11AD8C4927}" destId="{CA46158A-0811-4ECA-AB12-639146AD8310}" srcOrd="1" destOrd="0" presId="urn:microsoft.com/office/officeart/2005/8/layout/StepDownProcess"/>
    <dgm:cxn modelId="{CAA91B7F-37B6-48E8-90A0-457371A05200}" type="presParOf" srcId="{683D33BA-EC57-4866-AF02-8F11AD8C4927}" destId="{E2F1EC94-9921-4EE5-92A8-0CB83F6A11B8}" srcOrd="2" destOrd="0" presId="urn:microsoft.com/office/officeart/2005/8/layout/StepDownProcess"/>
    <dgm:cxn modelId="{1FEB0553-18B1-4DDE-B075-1A7ED41BF648}" type="presParOf" srcId="{5B5CC735-7055-4350-9BD1-209D9C68CCCB}" destId="{6D82F718-29C5-45C2-B13D-E535EA17A151}" srcOrd="1" destOrd="0" presId="urn:microsoft.com/office/officeart/2005/8/layout/StepDownProcess"/>
    <dgm:cxn modelId="{DC6AE169-0845-4190-8553-418E4A79BAD7}" type="presParOf" srcId="{5B5CC735-7055-4350-9BD1-209D9C68CCCB}" destId="{C621291C-E723-46F6-ACF3-BE589B829D8F}" srcOrd="2" destOrd="0" presId="urn:microsoft.com/office/officeart/2005/8/layout/StepDownProcess"/>
    <dgm:cxn modelId="{EFE80C48-2484-477C-9073-E77E37CD89F9}" type="presParOf" srcId="{C621291C-E723-46F6-ACF3-BE589B829D8F}" destId="{3A3B1336-57D7-431C-9D20-45734E074E4E}" srcOrd="0" destOrd="0" presId="urn:microsoft.com/office/officeart/2005/8/layout/StepDownProcess"/>
    <dgm:cxn modelId="{E5990BE2-1AA6-40FE-A630-224EA0737F8B}" type="presParOf" srcId="{C621291C-E723-46F6-ACF3-BE589B829D8F}" destId="{A482D158-D234-4FB6-9FEF-A5F8EECB2DBC}" srcOrd="1" destOrd="0" presId="urn:microsoft.com/office/officeart/2005/8/layout/StepDownProcess"/>
    <dgm:cxn modelId="{85410BCB-EC77-4B91-9D03-5C4C62A6276B}" type="presParOf" srcId="{C621291C-E723-46F6-ACF3-BE589B829D8F}" destId="{BBD53685-B5DE-43D7-927B-E597C82A5904}" srcOrd="2" destOrd="0" presId="urn:microsoft.com/office/officeart/2005/8/layout/StepDownProcess"/>
    <dgm:cxn modelId="{C3BE2C42-C56E-4860-A4C1-5DDAA5794900}" type="presParOf" srcId="{5B5CC735-7055-4350-9BD1-209D9C68CCCB}" destId="{BA252AE6-EEB8-4935-A9A0-DBE33BAF02E0}" srcOrd="3" destOrd="0" presId="urn:microsoft.com/office/officeart/2005/8/layout/StepDownProcess"/>
    <dgm:cxn modelId="{8D30CCB4-B1A6-4D00-B523-F3372A99A919}" type="presParOf" srcId="{5B5CC735-7055-4350-9BD1-209D9C68CCCB}" destId="{B3FF8382-2F64-45E6-BB72-AD7C866089CB}" srcOrd="4" destOrd="0" presId="urn:microsoft.com/office/officeart/2005/8/layout/StepDownProcess"/>
    <dgm:cxn modelId="{A30051B1-6769-498C-9BD2-FED54A8868D2}" type="presParOf" srcId="{B3FF8382-2F64-45E6-BB72-AD7C866089CB}" destId="{A028B5FE-228A-4380-9273-64BED3972473}" srcOrd="0" destOrd="0" presId="urn:microsoft.com/office/officeart/2005/8/layout/StepDownProcess"/>
    <dgm:cxn modelId="{4F798A82-E96C-4ACF-B5B1-60EF19B77EFD}" type="presParOf" srcId="{B3FF8382-2F64-45E6-BB72-AD7C866089CB}" destId="{5C799833-59D7-44AB-888B-88F2ED02A52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621668-891E-46A3-B56F-32C13E25E13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/>
    </dgm:pt>
    <dgm:pt modelId="{4DA3BF94-AB3E-4867-A13E-11DCE5FEA67B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D51B6B51-CA6F-4EF7-AA9D-E97213BA05D6}" type="parTrans" cxnId="{A4B27573-19DD-46F4-9C42-A9064A0A0093}">
      <dgm:prSet/>
      <dgm:spPr/>
      <dgm:t>
        <a:bodyPr/>
        <a:lstStyle/>
        <a:p>
          <a:pPr latinLnBrk="1"/>
          <a:endParaRPr lang="ko-KR" altLang="en-US"/>
        </a:p>
      </dgm:t>
    </dgm:pt>
    <dgm:pt modelId="{6C8EB2E8-B68A-492B-9F9A-E11D3ADA269B}" type="sibTrans" cxnId="{A4B27573-19DD-46F4-9C42-A9064A0A0093}">
      <dgm:prSet/>
      <dgm:spPr/>
      <dgm:t>
        <a:bodyPr/>
        <a:lstStyle/>
        <a:p>
          <a:pPr latinLnBrk="1"/>
          <a:endParaRPr lang="ko-KR" altLang="en-US"/>
        </a:p>
      </dgm:t>
    </dgm:pt>
    <dgm:pt modelId="{7BDCF37D-A100-42A0-BA8B-8DAA724F9FDD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408B7890-1708-4372-B904-D610C178F5EE}" type="parTrans" cxnId="{0235B28A-1531-44F9-8DE6-452226951562}">
      <dgm:prSet/>
      <dgm:spPr/>
      <dgm:t>
        <a:bodyPr/>
        <a:lstStyle/>
        <a:p>
          <a:pPr latinLnBrk="1"/>
          <a:endParaRPr lang="ko-KR" altLang="en-US"/>
        </a:p>
      </dgm:t>
    </dgm:pt>
    <dgm:pt modelId="{CDF7A588-3A89-4CC5-B0C0-5B532AD966DA}" type="sibTrans" cxnId="{0235B28A-1531-44F9-8DE6-452226951562}">
      <dgm:prSet/>
      <dgm:spPr/>
      <dgm:t>
        <a:bodyPr/>
        <a:lstStyle/>
        <a:p>
          <a:pPr latinLnBrk="1"/>
          <a:endParaRPr lang="ko-KR" altLang="en-US"/>
        </a:p>
      </dgm:t>
    </dgm:pt>
    <dgm:pt modelId="{B92F2D24-7BBC-413D-B893-076F40A76E2B}">
      <dgm:prSet phldrT="[텍스트]" phldr="1"/>
      <dgm:spPr/>
      <dgm:t>
        <a:bodyPr/>
        <a:lstStyle/>
        <a:p>
          <a:pPr latinLnBrk="1"/>
          <a:endParaRPr lang="ko-KR" altLang="en-US"/>
        </a:p>
      </dgm:t>
    </dgm:pt>
    <dgm:pt modelId="{D39BFB45-0306-404F-B3E7-BEC2373C326C}" type="parTrans" cxnId="{A0E452F7-2A94-4E38-B26E-562E99CF32AE}">
      <dgm:prSet/>
      <dgm:spPr/>
      <dgm:t>
        <a:bodyPr/>
        <a:lstStyle/>
        <a:p>
          <a:pPr latinLnBrk="1"/>
          <a:endParaRPr lang="ko-KR" altLang="en-US"/>
        </a:p>
      </dgm:t>
    </dgm:pt>
    <dgm:pt modelId="{691D071B-5860-4043-B739-7613E098AF40}" type="sibTrans" cxnId="{A0E452F7-2A94-4E38-B26E-562E99CF32AE}">
      <dgm:prSet/>
      <dgm:spPr/>
      <dgm:t>
        <a:bodyPr/>
        <a:lstStyle/>
        <a:p>
          <a:pPr latinLnBrk="1"/>
          <a:endParaRPr lang="ko-KR" altLang="en-US"/>
        </a:p>
      </dgm:t>
    </dgm:pt>
    <dgm:pt modelId="{E366B387-A032-48D9-813D-367B2179B43F}" type="pres">
      <dgm:prSet presAssocID="{E7621668-891E-46A3-B56F-32C13E25E132}" presName="Name0" presStyleCnt="0">
        <dgm:presLayoutVars>
          <dgm:dir/>
          <dgm:resizeHandles val="exact"/>
        </dgm:presLayoutVars>
      </dgm:prSet>
      <dgm:spPr/>
    </dgm:pt>
    <dgm:pt modelId="{DE8AB26B-0B22-4330-8096-CA92D30783E2}" type="pres">
      <dgm:prSet presAssocID="{4DA3BF94-AB3E-4867-A13E-11DCE5FEA67B}" presName="node" presStyleLbl="node1" presStyleIdx="0" presStyleCnt="3">
        <dgm:presLayoutVars>
          <dgm:bulletEnabled val="1"/>
        </dgm:presLayoutVars>
      </dgm:prSet>
      <dgm:spPr/>
    </dgm:pt>
    <dgm:pt modelId="{914B9B35-59A8-4AA9-8692-671738C0C659}" type="pres">
      <dgm:prSet presAssocID="{6C8EB2E8-B68A-492B-9F9A-E11D3ADA269B}" presName="sibTrans" presStyleLbl="sibTrans2D1" presStyleIdx="0" presStyleCnt="2"/>
      <dgm:spPr/>
    </dgm:pt>
    <dgm:pt modelId="{EE3194C5-BA66-4977-AC15-E1C233F784B7}" type="pres">
      <dgm:prSet presAssocID="{6C8EB2E8-B68A-492B-9F9A-E11D3ADA269B}" presName="connectorText" presStyleLbl="sibTrans2D1" presStyleIdx="0" presStyleCnt="2"/>
      <dgm:spPr/>
    </dgm:pt>
    <dgm:pt modelId="{1FC34C82-DF10-4E43-9CDE-43F4E526632C}" type="pres">
      <dgm:prSet presAssocID="{7BDCF37D-A100-42A0-BA8B-8DAA724F9FDD}" presName="node" presStyleLbl="node1" presStyleIdx="1" presStyleCnt="3">
        <dgm:presLayoutVars>
          <dgm:bulletEnabled val="1"/>
        </dgm:presLayoutVars>
      </dgm:prSet>
      <dgm:spPr/>
    </dgm:pt>
    <dgm:pt modelId="{EEA400C3-2C40-46E8-93C3-B18408D8EFFC}" type="pres">
      <dgm:prSet presAssocID="{CDF7A588-3A89-4CC5-B0C0-5B532AD966DA}" presName="sibTrans" presStyleLbl="sibTrans2D1" presStyleIdx="1" presStyleCnt="2"/>
      <dgm:spPr/>
    </dgm:pt>
    <dgm:pt modelId="{4E46DEC1-8468-49D4-9345-6EA590C27D15}" type="pres">
      <dgm:prSet presAssocID="{CDF7A588-3A89-4CC5-B0C0-5B532AD966DA}" presName="connectorText" presStyleLbl="sibTrans2D1" presStyleIdx="1" presStyleCnt="2"/>
      <dgm:spPr/>
    </dgm:pt>
    <dgm:pt modelId="{0E080189-CBFA-436B-80EF-2E34366F4B92}" type="pres">
      <dgm:prSet presAssocID="{B92F2D24-7BBC-413D-B893-076F40A76E2B}" presName="node" presStyleLbl="node1" presStyleIdx="2" presStyleCnt="3">
        <dgm:presLayoutVars>
          <dgm:bulletEnabled val="1"/>
        </dgm:presLayoutVars>
      </dgm:prSet>
      <dgm:spPr/>
    </dgm:pt>
  </dgm:ptLst>
  <dgm:cxnLst>
    <dgm:cxn modelId="{B88BD969-23A0-4596-8EAD-34DBA7C6ED6F}" type="presOf" srcId="{B92F2D24-7BBC-413D-B893-076F40A76E2B}" destId="{0E080189-CBFA-436B-80EF-2E34366F4B92}" srcOrd="0" destOrd="0" presId="urn:microsoft.com/office/officeart/2005/8/layout/process1"/>
    <dgm:cxn modelId="{866AF271-8DA8-4053-B5E5-5ECC84A8D793}" type="presOf" srcId="{6C8EB2E8-B68A-492B-9F9A-E11D3ADA269B}" destId="{EE3194C5-BA66-4977-AC15-E1C233F784B7}" srcOrd="1" destOrd="0" presId="urn:microsoft.com/office/officeart/2005/8/layout/process1"/>
    <dgm:cxn modelId="{A4B27573-19DD-46F4-9C42-A9064A0A0093}" srcId="{E7621668-891E-46A3-B56F-32C13E25E132}" destId="{4DA3BF94-AB3E-4867-A13E-11DCE5FEA67B}" srcOrd="0" destOrd="0" parTransId="{D51B6B51-CA6F-4EF7-AA9D-E97213BA05D6}" sibTransId="{6C8EB2E8-B68A-492B-9F9A-E11D3ADA269B}"/>
    <dgm:cxn modelId="{0235B28A-1531-44F9-8DE6-452226951562}" srcId="{E7621668-891E-46A3-B56F-32C13E25E132}" destId="{7BDCF37D-A100-42A0-BA8B-8DAA724F9FDD}" srcOrd="1" destOrd="0" parTransId="{408B7890-1708-4372-B904-D610C178F5EE}" sibTransId="{CDF7A588-3A89-4CC5-B0C0-5B532AD966DA}"/>
    <dgm:cxn modelId="{3186729B-C72C-48C2-9846-C2A99CAE2696}" type="presOf" srcId="{7BDCF37D-A100-42A0-BA8B-8DAA724F9FDD}" destId="{1FC34C82-DF10-4E43-9CDE-43F4E526632C}" srcOrd="0" destOrd="0" presId="urn:microsoft.com/office/officeart/2005/8/layout/process1"/>
    <dgm:cxn modelId="{8CA4BC9D-1369-4935-9F5A-B5C28D93B284}" type="presOf" srcId="{CDF7A588-3A89-4CC5-B0C0-5B532AD966DA}" destId="{EEA400C3-2C40-46E8-93C3-B18408D8EFFC}" srcOrd="0" destOrd="0" presId="urn:microsoft.com/office/officeart/2005/8/layout/process1"/>
    <dgm:cxn modelId="{7C035CA9-15CF-4FDB-90EB-1AE71F5BA66D}" type="presOf" srcId="{E7621668-891E-46A3-B56F-32C13E25E132}" destId="{E366B387-A032-48D9-813D-367B2179B43F}" srcOrd="0" destOrd="0" presId="urn:microsoft.com/office/officeart/2005/8/layout/process1"/>
    <dgm:cxn modelId="{46D4C5B2-4D3F-49F1-B4C5-E187681F8F6A}" type="presOf" srcId="{6C8EB2E8-B68A-492B-9F9A-E11D3ADA269B}" destId="{914B9B35-59A8-4AA9-8692-671738C0C659}" srcOrd="0" destOrd="0" presId="urn:microsoft.com/office/officeart/2005/8/layout/process1"/>
    <dgm:cxn modelId="{43F208DB-673A-4F44-8DE7-0C4BF23F6187}" type="presOf" srcId="{CDF7A588-3A89-4CC5-B0C0-5B532AD966DA}" destId="{4E46DEC1-8468-49D4-9345-6EA590C27D15}" srcOrd="1" destOrd="0" presId="urn:microsoft.com/office/officeart/2005/8/layout/process1"/>
    <dgm:cxn modelId="{0DCC94DD-4023-4DF8-BC80-CCDBC6CD138A}" type="presOf" srcId="{4DA3BF94-AB3E-4867-A13E-11DCE5FEA67B}" destId="{DE8AB26B-0B22-4330-8096-CA92D30783E2}" srcOrd="0" destOrd="0" presId="urn:microsoft.com/office/officeart/2005/8/layout/process1"/>
    <dgm:cxn modelId="{A0E452F7-2A94-4E38-B26E-562E99CF32AE}" srcId="{E7621668-891E-46A3-B56F-32C13E25E132}" destId="{B92F2D24-7BBC-413D-B893-076F40A76E2B}" srcOrd="2" destOrd="0" parTransId="{D39BFB45-0306-404F-B3E7-BEC2373C326C}" sibTransId="{691D071B-5860-4043-B739-7613E098AF40}"/>
    <dgm:cxn modelId="{58B2ACFE-1918-454C-83D5-A98B15680522}" type="presParOf" srcId="{E366B387-A032-48D9-813D-367B2179B43F}" destId="{DE8AB26B-0B22-4330-8096-CA92D30783E2}" srcOrd="0" destOrd="0" presId="urn:microsoft.com/office/officeart/2005/8/layout/process1"/>
    <dgm:cxn modelId="{63028517-60A2-42AA-8860-48C4F94F655A}" type="presParOf" srcId="{E366B387-A032-48D9-813D-367B2179B43F}" destId="{914B9B35-59A8-4AA9-8692-671738C0C659}" srcOrd="1" destOrd="0" presId="urn:microsoft.com/office/officeart/2005/8/layout/process1"/>
    <dgm:cxn modelId="{37E56B20-4E88-4AEA-8769-6F57941ACCF4}" type="presParOf" srcId="{914B9B35-59A8-4AA9-8692-671738C0C659}" destId="{EE3194C5-BA66-4977-AC15-E1C233F784B7}" srcOrd="0" destOrd="0" presId="urn:microsoft.com/office/officeart/2005/8/layout/process1"/>
    <dgm:cxn modelId="{A7995DD8-BEB5-48C8-902A-53830F08B13C}" type="presParOf" srcId="{E366B387-A032-48D9-813D-367B2179B43F}" destId="{1FC34C82-DF10-4E43-9CDE-43F4E526632C}" srcOrd="2" destOrd="0" presId="urn:microsoft.com/office/officeart/2005/8/layout/process1"/>
    <dgm:cxn modelId="{E3CD3227-91E5-4EE9-804A-478801239489}" type="presParOf" srcId="{E366B387-A032-48D9-813D-367B2179B43F}" destId="{EEA400C3-2C40-46E8-93C3-B18408D8EFFC}" srcOrd="3" destOrd="0" presId="urn:microsoft.com/office/officeart/2005/8/layout/process1"/>
    <dgm:cxn modelId="{8016E7FC-B37C-4220-BBEE-E04EE5C370FB}" type="presParOf" srcId="{EEA400C3-2C40-46E8-93C3-B18408D8EFFC}" destId="{4E46DEC1-8468-49D4-9345-6EA590C27D15}" srcOrd="0" destOrd="0" presId="urn:microsoft.com/office/officeart/2005/8/layout/process1"/>
    <dgm:cxn modelId="{6E6202CD-6A95-44B9-A09F-D64439F0950D}" type="presParOf" srcId="{E366B387-A032-48D9-813D-367B2179B43F}" destId="{0E080189-CBFA-436B-80EF-2E34366F4B9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1792B-617E-4050-A27E-B8DE5659F7DC}">
      <dsp:nvSpPr>
        <dsp:cNvPr id="0" name=""/>
        <dsp:cNvSpPr/>
      </dsp:nvSpPr>
      <dsp:spPr>
        <a:xfrm>
          <a:off x="0" y="1870294"/>
          <a:ext cx="4606871" cy="613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>
        <a:off x="0" y="1870294"/>
        <a:ext cx="4606871" cy="331491"/>
      </dsp:txXfrm>
    </dsp:sp>
    <dsp:sp modelId="{9B66120B-5678-40CD-B43E-91FAE1D24145}">
      <dsp:nvSpPr>
        <dsp:cNvPr id="0" name=""/>
        <dsp:cNvSpPr/>
      </dsp:nvSpPr>
      <dsp:spPr>
        <a:xfrm>
          <a:off x="0" y="2189508"/>
          <a:ext cx="2303435" cy="2823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 dirty="0"/>
        </a:p>
      </dsp:txBody>
      <dsp:txXfrm>
        <a:off x="0" y="2189508"/>
        <a:ext cx="2303435" cy="282381"/>
      </dsp:txXfrm>
    </dsp:sp>
    <dsp:sp modelId="{C3F279A6-ACA9-4684-8391-A9763C040AA6}">
      <dsp:nvSpPr>
        <dsp:cNvPr id="0" name=""/>
        <dsp:cNvSpPr/>
      </dsp:nvSpPr>
      <dsp:spPr>
        <a:xfrm>
          <a:off x="2303435" y="2189508"/>
          <a:ext cx="2303435" cy="2823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2303435" y="2189508"/>
        <a:ext cx="2303435" cy="282381"/>
      </dsp:txXfrm>
    </dsp:sp>
    <dsp:sp modelId="{5896CC59-510C-4569-BFD4-B6449C30D9F5}">
      <dsp:nvSpPr>
        <dsp:cNvPr id="0" name=""/>
        <dsp:cNvSpPr/>
      </dsp:nvSpPr>
      <dsp:spPr>
        <a:xfrm rot="10800000">
          <a:off x="0" y="935366"/>
          <a:ext cx="4606871" cy="94413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PM</a:t>
          </a:r>
          <a:endParaRPr lang="ko-KR" altLang="en-US" sz="1100" kern="1200" dirty="0"/>
        </a:p>
      </dsp:txBody>
      <dsp:txXfrm rot="-10800000">
        <a:off x="0" y="935366"/>
        <a:ext cx="4606871" cy="331391"/>
      </dsp:txXfrm>
    </dsp:sp>
    <dsp:sp modelId="{40A243E8-DFFC-4FB0-8D5D-61736B462121}">
      <dsp:nvSpPr>
        <dsp:cNvPr id="0" name=""/>
        <dsp:cNvSpPr/>
      </dsp:nvSpPr>
      <dsp:spPr>
        <a:xfrm>
          <a:off x="0" y="1266758"/>
          <a:ext cx="2303435" cy="282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개발</a:t>
          </a:r>
        </a:p>
      </dsp:txBody>
      <dsp:txXfrm>
        <a:off x="0" y="1266758"/>
        <a:ext cx="2303435" cy="282296"/>
      </dsp:txXfrm>
    </dsp:sp>
    <dsp:sp modelId="{9CE089F4-63F4-4C9F-9976-050C453A933C}">
      <dsp:nvSpPr>
        <dsp:cNvPr id="0" name=""/>
        <dsp:cNvSpPr/>
      </dsp:nvSpPr>
      <dsp:spPr>
        <a:xfrm>
          <a:off x="2303435" y="1266758"/>
          <a:ext cx="2303435" cy="282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기술지원</a:t>
          </a:r>
        </a:p>
      </dsp:txBody>
      <dsp:txXfrm>
        <a:off x="2303435" y="1266758"/>
        <a:ext cx="2303435" cy="282296"/>
      </dsp:txXfrm>
    </dsp:sp>
    <dsp:sp modelId="{DB9F2533-38FD-46A0-984E-EA5B6F1A994C}">
      <dsp:nvSpPr>
        <dsp:cNvPr id="0" name=""/>
        <dsp:cNvSpPr/>
      </dsp:nvSpPr>
      <dsp:spPr>
        <a:xfrm rot="10800000">
          <a:off x="0" y="0"/>
          <a:ext cx="4606871" cy="94413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R&amp;R</a:t>
          </a:r>
          <a:endParaRPr lang="ko-KR" altLang="en-US" sz="1100" kern="1200" dirty="0"/>
        </a:p>
      </dsp:txBody>
      <dsp:txXfrm rot="-10800000">
        <a:off x="0" y="0"/>
        <a:ext cx="4606871" cy="331391"/>
      </dsp:txXfrm>
    </dsp:sp>
    <dsp:sp modelId="{A138C734-C71F-47D9-B212-F078F68E7770}">
      <dsp:nvSpPr>
        <dsp:cNvPr id="0" name=""/>
        <dsp:cNvSpPr/>
      </dsp:nvSpPr>
      <dsp:spPr>
        <a:xfrm>
          <a:off x="0" y="331830"/>
          <a:ext cx="2303435" cy="282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0" y="331830"/>
        <a:ext cx="2303435" cy="282296"/>
      </dsp:txXfrm>
    </dsp:sp>
    <dsp:sp modelId="{7BAB1CE1-AC04-4AB0-BF05-8255BAE65DD9}">
      <dsp:nvSpPr>
        <dsp:cNvPr id="0" name=""/>
        <dsp:cNvSpPr/>
      </dsp:nvSpPr>
      <dsp:spPr>
        <a:xfrm>
          <a:off x="2303435" y="331830"/>
          <a:ext cx="2303435" cy="282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2303435" y="331830"/>
        <a:ext cx="2303435" cy="282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4DE8A-D5B9-49B8-B690-404F0B764CFC}">
      <dsp:nvSpPr>
        <dsp:cNvPr id="0" name=""/>
        <dsp:cNvSpPr/>
      </dsp:nvSpPr>
      <dsp:spPr>
        <a:xfrm rot="5400000">
          <a:off x="192216" y="521866"/>
          <a:ext cx="461546" cy="52545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6158A-0811-4ECA-AB12-639146AD8310}">
      <dsp:nvSpPr>
        <dsp:cNvPr id="0" name=""/>
        <dsp:cNvSpPr/>
      </dsp:nvSpPr>
      <dsp:spPr>
        <a:xfrm>
          <a:off x="69934" y="10233"/>
          <a:ext cx="776971" cy="5438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사업관리자</a:t>
          </a:r>
        </a:p>
      </dsp:txBody>
      <dsp:txXfrm>
        <a:off x="96488" y="36787"/>
        <a:ext cx="723863" cy="490747"/>
      </dsp:txXfrm>
    </dsp:sp>
    <dsp:sp modelId="{E2F1EC94-9921-4EE5-92A8-0CB83F6A11B8}">
      <dsp:nvSpPr>
        <dsp:cNvPr id="0" name=""/>
        <dsp:cNvSpPr/>
      </dsp:nvSpPr>
      <dsp:spPr>
        <a:xfrm>
          <a:off x="846906" y="62102"/>
          <a:ext cx="565095" cy="439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ko-KR" altLang="en-US" sz="800" kern="1200"/>
        </a:p>
      </dsp:txBody>
      <dsp:txXfrm>
        <a:off x="846906" y="62102"/>
        <a:ext cx="565095" cy="439567"/>
      </dsp:txXfrm>
    </dsp:sp>
    <dsp:sp modelId="{3A3B1336-57D7-431C-9D20-45734E074E4E}">
      <dsp:nvSpPr>
        <dsp:cNvPr id="0" name=""/>
        <dsp:cNvSpPr/>
      </dsp:nvSpPr>
      <dsp:spPr>
        <a:xfrm rot="5400000">
          <a:off x="836409" y="1132795"/>
          <a:ext cx="461546" cy="52545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2D158-D234-4FB6-9FEF-A5F8EECB2DBC}">
      <dsp:nvSpPr>
        <dsp:cNvPr id="0" name=""/>
        <dsp:cNvSpPr/>
      </dsp:nvSpPr>
      <dsp:spPr>
        <a:xfrm>
          <a:off x="714127" y="621162"/>
          <a:ext cx="776971" cy="5438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PM</a:t>
          </a:r>
          <a:endParaRPr lang="ko-KR" altLang="en-US" sz="1000" kern="1200" dirty="0"/>
        </a:p>
      </dsp:txBody>
      <dsp:txXfrm>
        <a:off x="740681" y="647716"/>
        <a:ext cx="723863" cy="490747"/>
      </dsp:txXfrm>
    </dsp:sp>
    <dsp:sp modelId="{BBD53685-B5DE-43D7-927B-E597C82A5904}">
      <dsp:nvSpPr>
        <dsp:cNvPr id="0" name=""/>
        <dsp:cNvSpPr/>
      </dsp:nvSpPr>
      <dsp:spPr>
        <a:xfrm>
          <a:off x="1491099" y="673031"/>
          <a:ext cx="565095" cy="439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ko-KR" altLang="en-US" sz="800" kern="1200"/>
        </a:p>
      </dsp:txBody>
      <dsp:txXfrm>
        <a:off x="1491099" y="673031"/>
        <a:ext cx="565095" cy="439567"/>
      </dsp:txXfrm>
    </dsp:sp>
    <dsp:sp modelId="{A028B5FE-228A-4380-9273-64BED3972473}">
      <dsp:nvSpPr>
        <dsp:cNvPr id="0" name=""/>
        <dsp:cNvSpPr/>
      </dsp:nvSpPr>
      <dsp:spPr>
        <a:xfrm>
          <a:off x="1358319" y="1232091"/>
          <a:ext cx="776971" cy="5438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개발</a:t>
          </a:r>
        </a:p>
      </dsp:txBody>
      <dsp:txXfrm>
        <a:off x="1384873" y="1258645"/>
        <a:ext cx="723863" cy="490747"/>
      </dsp:txXfrm>
    </dsp:sp>
    <dsp:sp modelId="{5C799833-59D7-44AB-888B-88F2ED02A52A}">
      <dsp:nvSpPr>
        <dsp:cNvPr id="0" name=""/>
        <dsp:cNvSpPr/>
      </dsp:nvSpPr>
      <dsp:spPr>
        <a:xfrm>
          <a:off x="2135291" y="1283960"/>
          <a:ext cx="565095" cy="439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ko-KR" altLang="en-US" sz="900" kern="1200"/>
        </a:p>
      </dsp:txBody>
      <dsp:txXfrm>
        <a:off x="2135291" y="1283960"/>
        <a:ext cx="565095" cy="4395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AB26B-0B22-4330-8096-CA92D30783E2}">
      <dsp:nvSpPr>
        <dsp:cNvPr id="0" name=""/>
        <dsp:cNvSpPr/>
      </dsp:nvSpPr>
      <dsp:spPr>
        <a:xfrm>
          <a:off x="2353" y="551003"/>
          <a:ext cx="703322" cy="421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14713" y="563363"/>
        <a:ext cx="678602" cy="397273"/>
      </dsp:txXfrm>
    </dsp:sp>
    <dsp:sp modelId="{914B9B35-59A8-4AA9-8692-671738C0C659}">
      <dsp:nvSpPr>
        <dsp:cNvPr id="0" name=""/>
        <dsp:cNvSpPr/>
      </dsp:nvSpPr>
      <dsp:spPr>
        <a:xfrm>
          <a:off x="776007" y="674788"/>
          <a:ext cx="149104" cy="1744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700" kern="1200"/>
        </a:p>
      </dsp:txBody>
      <dsp:txXfrm>
        <a:off x="776007" y="709673"/>
        <a:ext cx="104373" cy="104653"/>
      </dsp:txXfrm>
    </dsp:sp>
    <dsp:sp modelId="{1FC34C82-DF10-4E43-9CDE-43F4E526632C}">
      <dsp:nvSpPr>
        <dsp:cNvPr id="0" name=""/>
        <dsp:cNvSpPr/>
      </dsp:nvSpPr>
      <dsp:spPr>
        <a:xfrm>
          <a:off x="987004" y="551003"/>
          <a:ext cx="703322" cy="421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999364" y="563363"/>
        <a:ext cx="678602" cy="397273"/>
      </dsp:txXfrm>
    </dsp:sp>
    <dsp:sp modelId="{EEA400C3-2C40-46E8-93C3-B18408D8EFFC}">
      <dsp:nvSpPr>
        <dsp:cNvPr id="0" name=""/>
        <dsp:cNvSpPr/>
      </dsp:nvSpPr>
      <dsp:spPr>
        <a:xfrm>
          <a:off x="1760659" y="674788"/>
          <a:ext cx="149104" cy="1744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700" kern="1200"/>
        </a:p>
      </dsp:txBody>
      <dsp:txXfrm>
        <a:off x="1760659" y="709673"/>
        <a:ext cx="104373" cy="104653"/>
      </dsp:txXfrm>
    </dsp:sp>
    <dsp:sp modelId="{0E080189-CBFA-436B-80EF-2E34366F4B92}">
      <dsp:nvSpPr>
        <dsp:cNvPr id="0" name=""/>
        <dsp:cNvSpPr/>
      </dsp:nvSpPr>
      <dsp:spPr>
        <a:xfrm>
          <a:off x="1971656" y="551003"/>
          <a:ext cx="703322" cy="421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1984016" y="563363"/>
        <a:ext cx="678602" cy="397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FF0E7-0BA6-429F-8EC7-A9D53DCC1370}" type="datetimeFigureOut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7F79C-6BA1-4C51-9011-01B2D67D5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78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35B1-4659-4FC0-A114-DB5CF9CD5C1F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EE09-8E42-4EC1-9D5E-8061C2A9241B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0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F99-9FC6-4863-B11A-605CF469409C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13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F42-773D-4ED5-85CA-F4CBE9AE69AE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25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B649-BBCF-423C-8736-2AA9E462D7EC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3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AD4-AF22-4C78-A6BC-AE6D25A95206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97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7C2-E0A5-4F91-9127-8DD569B22C7B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63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4C66-1E3E-4173-969B-D144805FD088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1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7682-27F4-448D-864A-CE069A0DD1DC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541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C9BB-61E3-4DA9-B289-74E61EBFA19F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01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9912-42CB-4DEB-8417-A9A4C9272577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5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91B8D-13EE-4771-81CE-C56D3FC9FB74}" type="datetime1">
              <a:rPr lang="ko-KR" altLang="en-US" smtClean="0"/>
              <a:t>2021-12-06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0ECE4-955E-48C7-BC5D-6BEC9A4BC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28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46928B-C69E-4898-9552-4816A64BE3DD}"/>
              </a:ext>
            </a:extLst>
          </p:cNvPr>
          <p:cNvSpPr txBox="1"/>
          <p:nvPr/>
        </p:nvSpPr>
        <p:spPr>
          <a:xfrm>
            <a:off x="650789" y="1804087"/>
            <a:ext cx="1515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고객사 로고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28E11-A6A5-413B-87A1-3061146375EE}"/>
              </a:ext>
            </a:extLst>
          </p:cNvPr>
          <p:cNvSpPr txBox="1"/>
          <p:nvPr/>
        </p:nvSpPr>
        <p:spPr>
          <a:xfrm>
            <a:off x="650789" y="3492843"/>
            <a:ext cx="1515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Title</a:t>
            </a:r>
            <a:endParaRPr lang="ko-KR" altLang="en-US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7A5CA-8652-4CC9-9F18-074AEC02D1F5}"/>
              </a:ext>
            </a:extLst>
          </p:cNvPr>
          <p:cNvSpPr txBox="1"/>
          <p:nvPr/>
        </p:nvSpPr>
        <p:spPr>
          <a:xfrm>
            <a:off x="650789" y="6211330"/>
            <a:ext cx="1515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제안서 버전 날짜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3CEABA-BCDB-44AA-81D3-08AD40F6D5EF}"/>
              </a:ext>
            </a:extLst>
          </p:cNvPr>
          <p:cNvSpPr/>
          <p:nvPr/>
        </p:nvSpPr>
        <p:spPr>
          <a:xfrm>
            <a:off x="0" y="8295502"/>
            <a:ext cx="6858000" cy="16104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LOGO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650ACB-70C9-428A-A670-61E8A259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57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9176C-D2EA-4FD1-BB16-4380A8F5814D}"/>
              </a:ext>
            </a:extLst>
          </p:cNvPr>
          <p:cNvSpPr txBox="1"/>
          <p:nvPr/>
        </p:nvSpPr>
        <p:spPr>
          <a:xfrm>
            <a:off x="650788" y="493035"/>
            <a:ext cx="5407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650789" y="1110352"/>
            <a:ext cx="5463292" cy="793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Ⅰ.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 개요 </a:t>
            </a:r>
            <a: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……………………………………………………… 05</a:t>
            </a: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목적 및 배경 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수행범위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추진전략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제안특징과 장점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기대효과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상생협력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r>
              <a:rPr lang="en-US" altLang="ko-KR" sz="1600" dirty="0">
                <a:latin typeface="+mn-ea"/>
              </a:rPr>
              <a:t>Ⅱ.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제안업체 일반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일반현황 및 연혁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조직 및 인력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 사업내용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 사업실적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Ⅲ.</a:t>
            </a:r>
            <a:r>
              <a:rPr lang="ko-KR" altLang="ko-KR" sz="1400" dirty="0">
                <a:latin typeface="+mn-ea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전략 및 방법론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사업 이해도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추진전략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적용기술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r>
              <a:rPr lang="ko-KR" altLang="ko-KR" sz="1600" dirty="0" err="1">
                <a:latin typeface="+mn-ea"/>
              </a:rPr>
              <a:t>Ⅳ</a:t>
            </a:r>
            <a:r>
              <a:rPr lang="en-US" altLang="ko-KR" sz="1800" dirty="0">
                <a:latin typeface="+mn-ea"/>
              </a:rPr>
              <a:t>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기술 및 기능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기능 요구사항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보안 요구사항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데이터 요구사항 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제약사항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21D7544-9246-4B05-B3BC-B4675815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944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9176C-D2EA-4FD1-BB16-4380A8F5814D}"/>
              </a:ext>
            </a:extLst>
          </p:cNvPr>
          <p:cNvSpPr txBox="1"/>
          <p:nvPr/>
        </p:nvSpPr>
        <p:spPr>
          <a:xfrm>
            <a:off x="650788" y="493035"/>
            <a:ext cx="5407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650789" y="1110352"/>
            <a:ext cx="5463292" cy="6644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Ⅴ.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성능 및 품질</a:t>
            </a:r>
            <a: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…………………………………………………… 05</a:t>
            </a: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성능 요구사항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품질 요구사항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인터페이스 요구사항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r>
              <a:rPr lang="en-US" altLang="ko-KR" sz="1600" dirty="0">
                <a:latin typeface="+mn-ea"/>
              </a:rPr>
              <a:t>Ⅵ.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관리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관리 방법론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일정 계획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Ⅶ.</a:t>
            </a:r>
            <a:r>
              <a:rPr lang="ko-KR" altLang="ko-KR" sz="1600" dirty="0">
                <a:latin typeface="+mn-ea"/>
              </a:rPr>
              <a:t>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지원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품질보증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유지관리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기밀보안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하자보수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r>
              <a:rPr lang="en-US" altLang="ko-KR" sz="1600" dirty="0">
                <a:latin typeface="+mn-ea"/>
              </a:rPr>
              <a:t>Ⅷ</a:t>
            </a:r>
            <a:r>
              <a:rPr lang="en-US" altLang="ko-KR" sz="1800" dirty="0">
                <a:latin typeface="+mn-ea"/>
              </a:rPr>
              <a:t>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하도급 관리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하도급 부문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000" indent="1080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r>
              <a:rPr lang="en-US" altLang="ko-KR" sz="1600" dirty="0">
                <a:latin typeface="+mn-ea"/>
              </a:rPr>
              <a:t>Ⅸ</a:t>
            </a:r>
            <a:r>
              <a:rPr lang="en-US" altLang="ko-KR" sz="1800" dirty="0">
                <a:latin typeface="+mn-ea"/>
              </a:rPr>
              <a:t>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기술적용 계획표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기술적용 부문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21D7544-9246-4B05-B3BC-B4675815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698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B704C-0C28-4768-B7A9-473E076947C2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06F58-D83A-44F9-B86B-DE864F2030C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ㅁ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2ACE1-C0F6-48A6-87B0-BF06A1E1941A}"/>
              </a:ext>
            </a:extLst>
          </p:cNvPr>
          <p:cNvSpPr txBox="1"/>
          <p:nvPr/>
        </p:nvSpPr>
        <p:spPr>
          <a:xfrm>
            <a:off x="362463" y="1358639"/>
            <a:ext cx="6061195" cy="612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ea"/>
              </a:rPr>
              <a:t>Ⅰ.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 개요 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제안배경 및 목적 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추진배경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목적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2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추진방향 및 주요내용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핵심현안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추진방향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주요내용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기대효과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정량적 가치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정성적 가치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투자비용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기본정보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 연혁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 조직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4)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조직 역량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5)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재무제표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AD77A-D593-4FBD-8157-BFA75F0C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56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DA771-7666-42AB-ABCC-879C5C0AAFEF}"/>
              </a:ext>
            </a:extLst>
          </p:cNvPr>
          <p:cNvSpPr txBox="1"/>
          <p:nvPr/>
        </p:nvSpPr>
        <p:spPr>
          <a:xfrm>
            <a:off x="362465" y="936569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1B84C-78E6-4B0F-AFE9-6E6D97D006D2}"/>
              </a:ext>
            </a:extLst>
          </p:cNvPr>
          <p:cNvSpPr txBox="1"/>
          <p:nvPr/>
        </p:nvSpPr>
        <p:spPr>
          <a:xfrm>
            <a:off x="362465" y="1352067"/>
            <a:ext cx="1515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정의</a:t>
            </a:r>
            <a:r>
              <a:rPr lang="en-US" altLang="ko-KR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:  “   “</a:t>
            </a:r>
            <a:endParaRPr lang="ko-KR" altLang="en-US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C5B90-D38E-4B00-A4F0-DE26882F612D}"/>
              </a:ext>
            </a:extLst>
          </p:cNvPr>
          <p:cNvSpPr txBox="1"/>
          <p:nvPr/>
        </p:nvSpPr>
        <p:spPr>
          <a:xfrm>
            <a:off x="362465" y="2184089"/>
            <a:ext cx="1515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목표</a:t>
            </a:r>
            <a:r>
              <a:rPr lang="en-US" altLang="ko-KR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:  “   “</a:t>
            </a:r>
            <a:endParaRPr lang="ko-KR" altLang="en-US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5357D5-49EF-41B3-BF6D-4F1D3A7D5BE3}"/>
              </a:ext>
            </a:extLst>
          </p:cNvPr>
          <p:cNvSpPr/>
          <p:nvPr/>
        </p:nvSpPr>
        <p:spPr>
          <a:xfrm>
            <a:off x="172996" y="2792628"/>
            <a:ext cx="873210" cy="832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Needs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EA5D59-52CF-42BD-B0C7-05A5C3A6BDFF}"/>
              </a:ext>
            </a:extLst>
          </p:cNvPr>
          <p:cNvSpPr/>
          <p:nvPr/>
        </p:nvSpPr>
        <p:spPr>
          <a:xfrm>
            <a:off x="1252152" y="3255316"/>
            <a:ext cx="87321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단계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14AE21-1431-41C7-9B3D-AE97B994CDAF}"/>
              </a:ext>
            </a:extLst>
          </p:cNvPr>
          <p:cNvSpPr/>
          <p:nvPr/>
        </p:nvSpPr>
        <p:spPr>
          <a:xfrm>
            <a:off x="2331309" y="3255316"/>
            <a:ext cx="83440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단계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5E3BA7-C324-4D66-AD93-1A6C773A0B17}"/>
              </a:ext>
            </a:extLst>
          </p:cNvPr>
          <p:cNvSpPr/>
          <p:nvPr/>
        </p:nvSpPr>
        <p:spPr>
          <a:xfrm>
            <a:off x="3371656" y="3255316"/>
            <a:ext cx="83440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단계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9B5743-873D-4C6C-B09B-97412A9161E6}"/>
              </a:ext>
            </a:extLst>
          </p:cNvPr>
          <p:cNvSpPr/>
          <p:nvPr/>
        </p:nvSpPr>
        <p:spPr>
          <a:xfrm>
            <a:off x="4412003" y="3255316"/>
            <a:ext cx="83440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단계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642DC5-CF8E-422F-BC2F-30FEB270312D}"/>
              </a:ext>
            </a:extLst>
          </p:cNvPr>
          <p:cNvSpPr/>
          <p:nvPr/>
        </p:nvSpPr>
        <p:spPr>
          <a:xfrm>
            <a:off x="5452350" y="3255316"/>
            <a:ext cx="83440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5DF35-25D2-48C2-AB82-88273DB5597A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90D1FF9C-5781-4210-AD9D-EBB8365D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07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DA771-7666-42AB-ABCC-879C5C0AAFEF}"/>
              </a:ext>
            </a:extLst>
          </p:cNvPr>
          <p:cNvSpPr txBox="1"/>
          <p:nvPr/>
        </p:nvSpPr>
        <p:spPr>
          <a:xfrm>
            <a:off x="362465" y="936569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1B84C-78E6-4B0F-AFE9-6E6D97D006D2}"/>
              </a:ext>
            </a:extLst>
          </p:cNvPr>
          <p:cNvSpPr txBox="1"/>
          <p:nvPr/>
        </p:nvSpPr>
        <p:spPr>
          <a:xfrm>
            <a:off x="362465" y="1352067"/>
            <a:ext cx="592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“ </a:t>
            </a:r>
            <a:r>
              <a:rPr lang="ko-KR" altLang="en-US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명</a:t>
            </a:r>
            <a:r>
              <a:rPr lang="en-US" altLang="ko-KR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 “</a:t>
            </a:r>
            <a:endParaRPr lang="ko-KR" altLang="en-US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C5B90-D38E-4B00-A4F0-DE26882F612D}"/>
              </a:ext>
            </a:extLst>
          </p:cNvPr>
          <p:cNvSpPr txBox="1"/>
          <p:nvPr/>
        </p:nvSpPr>
        <p:spPr>
          <a:xfrm>
            <a:off x="362464" y="1767565"/>
            <a:ext cx="3377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-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목표 문장 </a:t>
            </a: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-</a:t>
            </a:r>
            <a:endParaRPr lang="ko-KR" altLang="en-US" sz="12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5357D5-49EF-41B3-BF6D-4F1D3A7D5BE3}"/>
              </a:ext>
            </a:extLst>
          </p:cNvPr>
          <p:cNvSpPr/>
          <p:nvPr/>
        </p:nvSpPr>
        <p:spPr>
          <a:xfrm>
            <a:off x="449603" y="2792628"/>
            <a:ext cx="1428624" cy="43166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추진배경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추진범위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주요추진방안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일정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/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추진조직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142493-B1AB-457F-AF6F-1CD5AEADF425}"/>
              </a:ext>
            </a:extLst>
          </p:cNvPr>
          <p:cNvSpPr/>
          <p:nvPr/>
        </p:nvSpPr>
        <p:spPr>
          <a:xfrm>
            <a:off x="1878227" y="2792628"/>
            <a:ext cx="4408524" cy="43166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06F58-D83A-44F9-B86B-DE864F2030C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제안배경 및 목적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1AE3C-6741-428E-B28B-24100DBC5198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DB5CF-E80A-465B-A6F2-A5D2BBD9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25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449603" y="2023437"/>
            <a:ext cx="1766655" cy="43166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추진배경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추진범위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주요추진방안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일정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/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추진조직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18F79-BE37-49B0-874D-518795F6C2AC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Key Word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1E80C-3393-494A-BCA6-34596F80A2F0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6965E2-66AC-408E-BF37-25FF5DE5F3E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제안배경 및 목적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3F3C47-051A-41DB-9B02-F0A212AB24D7}"/>
              </a:ext>
            </a:extLst>
          </p:cNvPr>
          <p:cNvSpPr/>
          <p:nvPr/>
        </p:nvSpPr>
        <p:spPr>
          <a:xfrm>
            <a:off x="2216258" y="2023437"/>
            <a:ext cx="4114800" cy="43166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----------</a:t>
            </a: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pPr algn="ctr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7D515B-8DA4-492F-8495-8178C1211262}"/>
              </a:ext>
            </a:extLst>
          </p:cNvPr>
          <p:cNvSpPr txBox="1"/>
          <p:nvPr/>
        </p:nvSpPr>
        <p:spPr>
          <a:xfrm>
            <a:off x="449602" y="1534479"/>
            <a:ext cx="588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 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9CE45B-F6D7-4CE6-BA3A-7F53F920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95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1B84C-78E6-4B0F-AFE9-6E6D97D006D2}"/>
              </a:ext>
            </a:extLst>
          </p:cNvPr>
          <p:cNvSpPr txBox="1"/>
          <p:nvPr/>
        </p:nvSpPr>
        <p:spPr>
          <a:xfrm>
            <a:off x="3429000" y="2652585"/>
            <a:ext cx="25619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Key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질문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것은 무엇인가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왜 이것인가요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어떻게 수행하실 건가요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누구에게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영향을 미치나요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최종목표는 무엇인가요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지속적인 방안은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?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449603" y="2199503"/>
            <a:ext cx="2561967" cy="47285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1. 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2. 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3. 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----------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4. 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----------</a:t>
            </a: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rPr>
              <a:t>5.  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서울남산체 M" panose="02020503020101020101" pitchFamily="18" charset="-127"/>
              <a:ea typeface="서울남산체 M" panose="020205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Key Word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AD6290-A7ED-4EEC-A0A6-985C162FE29A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48A270-975B-4EF0-AEC4-8741E15B42EC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제안배경 및 목적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D64E6B-9FD1-4560-B102-6B770A58AB35}"/>
              </a:ext>
            </a:extLst>
          </p:cNvPr>
          <p:cNvSpPr txBox="1"/>
          <p:nvPr/>
        </p:nvSpPr>
        <p:spPr>
          <a:xfrm>
            <a:off x="449602" y="1534479"/>
            <a:ext cx="588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목적과 절차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170337-2274-4F34-AC2E-91F90FE2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02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Key Word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Key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 현안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2011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481307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3353130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7B0E03-7B2A-4ED9-AFA9-72E3B9ED70CE}"/>
              </a:ext>
            </a:extLst>
          </p:cNvPr>
          <p:cNvSpPr/>
          <p:nvPr/>
        </p:nvSpPr>
        <p:spPr>
          <a:xfrm>
            <a:off x="734500" y="4809301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3B6EBBFF-8DC5-4306-BA1E-1E4937E5D97B}"/>
              </a:ext>
            </a:extLst>
          </p:cNvPr>
          <p:cNvSpPr/>
          <p:nvPr/>
        </p:nvSpPr>
        <p:spPr>
          <a:xfrm>
            <a:off x="597243" y="4681124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632630-D923-487D-991A-F40D60AFDDEF}"/>
              </a:ext>
            </a:extLst>
          </p:cNvPr>
          <p:cNvSpPr/>
          <p:nvPr/>
        </p:nvSpPr>
        <p:spPr>
          <a:xfrm>
            <a:off x="734500" y="6137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769A937F-FAF7-4225-B919-3D1DF5589A28}"/>
              </a:ext>
            </a:extLst>
          </p:cNvPr>
          <p:cNvSpPr/>
          <p:nvPr/>
        </p:nvSpPr>
        <p:spPr>
          <a:xfrm>
            <a:off x="597243" y="6009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4</a:t>
            </a:r>
            <a:endParaRPr lang="ko-KR" altLang="en-US" sz="11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8A2E7F-5EDD-48D5-A9DA-6EA7D116DE02}"/>
              </a:ext>
            </a:extLst>
          </p:cNvPr>
          <p:cNvSpPr/>
          <p:nvPr/>
        </p:nvSpPr>
        <p:spPr>
          <a:xfrm>
            <a:off x="734500" y="7465289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4DBFE155-1155-467C-B1D5-6B59CFDFB339}"/>
              </a:ext>
            </a:extLst>
          </p:cNvPr>
          <p:cNvSpPr/>
          <p:nvPr/>
        </p:nvSpPr>
        <p:spPr>
          <a:xfrm>
            <a:off x="597243" y="7337112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5</a:t>
            </a:r>
            <a:endParaRPr lang="ko-KR" alt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442C3-9B49-4744-91E8-3C8C50DCFCC6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FADF0D-BA8A-4C5A-A62F-72B96602DFE3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추진방향 및 주요내용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674970C-B343-4611-8981-A5001E01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19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 방향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2011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481307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3353130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7B0E03-7B2A-4ED9-AFA9-72E3B9ED70CE}"/>
              </a:ext>
            </a:extLst>
          </p:cNvPr>
          <p:cNvSpPr/>
          <p:nvPr/>
        </p:nvSpPr>
        <p:spPr>
          <a:xfrm>
            <a:off x="734500" y="4809301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3B6EBBFF-8DC5-4306-BA1E-1E4937E5D97B}"/>
              </a:ext>
            </a:extLst>
          </p:cNvPr>
          <p:cNvSpPr/>
          <p:nvPr/>
        </p:nvSpPr>
        <p:spPr>
          <a:xfrm>
            <a:off x="597243" y="4681124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632630-D923-487D-991A-F40D60AFDDEF}"/>
              </a:ext>
            </a:extLst>
          </p:cNvPr>
          <p:cNvSpPr/>
          <p:nvPr/>
        </p:nvSpPr>
        <p:spPr>
          <a:xfrm>
            <a:off x="734500" y="6137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문제 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769A937F-FAF7-4225-B919-3D1DF5589A28}"/>
              </a:ext>
            </a:extLst>
          </p:cNvPr>
          <p:cNvSpPr/>
          <p:nvPr/>
        </p:nvSpPr>
        <p:spPr>
          <a:xfrm>
            <a:off x="597243" y="6009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4</a:t>
            </a:r>
            <a:endParaRPr lang="ko-KR" altLang="en-US" sz="11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8A2E7F-5EDD-48D5-A9DA-6EA7D116DE02}"/>
              </a:ext>
            </a:extLst>
          </p:cNvPr>
          <p:cNvSpPr/>
          <p:nvPr/>
        </p:nvSpPr>
        <p:spPr>
          <a:xfrm>
            <a:off x="734500" y="7465289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관리 방향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4DBFE155-1155-467C-B1D5-6B59CFDFB339}"/>
              </a:ext>
            </a:extLst>
          </p:cNvPr>
          <p:cNvSpPr/>
          <p:nvPr/>
        </p:nvSpPr>
        <p:spPr>
          <a:xfrm>
            <a:off x="597243" y="7337112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5</a:t>
            </a:r>
            <a:endParaRPr lang="ko-KR" alt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7D5FF6-0E76-4CE1-9954-CDED75B17C1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4D59E-8129-42EF-84E9-C46B2D500244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추진방향 및 주요내용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410107-F0A9-46B3-99A6-18D5F5CF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77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요구사항 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기대효과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 내용 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(Synergy)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481307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시장적합성 평가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7B0E03-7B2A-4ED9-AFA9-72E3B9ED70CE}"/>
              </a:ext>
            </a:extLst>
          </p:cNvPr>
          <p:cNvSpPr/>
          <p:nvPr/>
        </p:nvSpPr>
        <p:spPr>
          <a:xfrm>
            <a:off x="734500" y="4809301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안정화를 통한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EOL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632630-D923-487D-991A-F40D60AFDDEF}"/>
              </a:ext>
            </a:extLst>
          </p:cNvPr>
          <p:cNvSpPr/>
          <p:nvPr/>
        </p:nvSpPr>
        <p:spPr>
          <a:xfrm>
            <a:off x="734500" y="6213077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연계성 검토를 통한 상승효과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8A2E7F-5EDD-48D5-A9DA-6EA7D116DE02}"/>
              </a:ext>
            </a:extLst>
          </p:cNvPr>
          <p:cNvSpPr/>
          <p:nvPr/>
        </p:nvSpPr>
        <p:spPr>
          <a:xfrm>
            <a:off x="734500" y="7541071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 경쟁력 강화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E4C67-9CB9-46AF-ACF3-9EED710D6CE5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추진방향 및 주요내용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281D58-4A3C-412F-A4FD-6CF42E606C43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B4F49-41C4-42CC-846C-3EE46A5C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28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기대효과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정량적 가치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79577E-8810-4D2E-8DA1-EFAD43AF9AD3}"/>
              </a:ext>
            </a:extLst>
          </p:cNvPr>
          <p:cNvSpPr/>
          <p:nvPr/>
        </p:nvSpPr>
        <p:spPr>
          <a:xfrm>
            <a:off x="734500" y="3913851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78393E-B2E0-49A9-AB65-8016B69CE578}"/>
              </a:ext>
            </a:extLst>
          </p:cNvPr>
          <p:cNvSpPr txBox="1"/>
          <p:nvPr/>
        </p:nvSpPr>
        <p:spPr>
          <a:xfrm>
            <a:off x="449603" y="3375844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정성적 가치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C4CA0B-79A6-43A1-9C2C-5EE39A2D2E84}"/>
              </a:ext>
            </a:extLst>
          </p:cNvPr>
          <p:cNvSpPr/>
          <p:nvPr/>
        </p:nvSpPr>
        <p:spPr>
          <a:xfrm>
            <a:off x="734500" y="5688407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투입자금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투자 구성</a:t>
            </a:r>
            <a:b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회수 전략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AC679E-5EBB-48C2-8422-4E9F15B9B007}"/>
              </a:ext>
            </a:extLst>
          </p:cNvPr>
          <p:cNvSpPr txBox="1"/>
          <p:nvPr/>
        </p:nvSpPr>
        <p:spPr>
          <a:xfrm>
            <a:off x="449603" y="5150400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투자비용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2E69F-DF2A-49DE-96AB-07B64A0A724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FFE4C3-830A-4BD3-9D05-7CB4C009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016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E79994-FE58-4CD2-A2DD-E7A542DE714D}"/>
              </a:ext>
            </a:extLst>
          </p:cNvPr>
          <p:cNvSpPr/>
          <p:nvPr/>
        </p:nvSpPr>
        <p:spPr>
          <a:xfrm>
            <a:off x="734500" y="2030598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CD62D-9394-4218-B71F-5DBB277DA2C1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기본정보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8E6357-0AE8-4CBD-84D2-F3657DFBF35E}"/>
              </a:ext>
            </a:extLst>
          </p:cNvPr>
          <p:cNvSpPr/>
          <p:nvPr/>
        </p:nvSpPr>
        <p:spPr>
          <a:xfrm>
            <a:off x="734500" y="3396171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AB2F0-A26D-4C4D-AEA2-BB6DCA8605DE}"/>
              </a:ext>
            </a:extLst>
          </p:cNvPr>
          <p:cNvSpPr txBox="1"/>
          <p:nvPr/>
        </p:nvSpPr>
        <p:spPr>
          <a:xfrm>
            <a:off x="449603" y="2966861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주요 연혁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593C6-AC1B-4DBD-8EBA-61650113BB5E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ADD74E6-E451-49C9-AB80-50BA572E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56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CD62D-9394-4218-B71F-5DBB277DA2C1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 조직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8E6357-0AE8-4CBD-84D2-F3657DFBF35E}"/>
              </a:ext>
            </a:extLst>
          </p:cNvPr>
          <p:cNvSpPr/>
          <p:nvPr/>
        </p:nvSpPr>
        <p:spPr>
          <a:xfrm>
            <a:off x="734500" y="5370292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구성인력 정보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조직 역량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AB2F0-A26D-4C4D-AEA2-BB6DCA8605DE}"/>
              </a:ext>
            </a:extLst>
          </p:cNvPr>
          <p:cNvSpPr txBox="1"/>
          <p:nvPr/>
        </p:nvSpPr>
        <p:spPr>
          <a:xfrm>
            <a:off x="449603" y="4940982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조직 역량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593C6-AC1B-4DBD-8EBA-61650113BB5E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6B50E5-1266-4867-B40B-7195EFCB1B2C}"/>
              </a:ext>
            </a:extLst>
          </p:cNvPr>
          <p:cNvSpPr/>
          <p:nvPr/>
        </p:nvSpPr>
        <p:spPr>
          <a:xfrm>
            <a:off x="505694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B3BA53-5822-4F63-AF9B-29F78B0755FE}"/>
              </a:ext>
            </a:extLst>
          </p:cNvPr>
          <p:cNvSpPr/>
          <p:nvPr/>
        </p:nvSpPr>
        <p:spPr>
          <a:xfrm>
            <a:off x="2019300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72E7BA-D228-42CE-8FBB-629BE70996C1}"/>
              </a:ext>
            </a:extLst>
          </p:cNvPr>
          <p:cNvSpPr/>
          <p:nvPr/>
        </p:nvSpPr>
        <p:spPr>
          <a:xfrm>
            <a:off x="3532906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AF9D1E-49C9-4403-AE3D-B0686934E745}"/>
              </a:ext>
            </a:extLst>
          </p:cNvPr>
          <p:cNvSpPr/>
          <p:nvPr/>
        </p:nvSpPr>
        <p:spPr>
          <a:xfrm>
            <a:off x="5046512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3AD090-6263-433F-A5D1-EB198F8ADEFA}"/>
              </a:ext>
            </a:extLst>
          </p:cNvPr>
          <p:cNvSpPr/>
          <p:nvPr/>
        </p:nvSpPr>
        <p:spPr>
          <a:xfrm>
            <a:off x="960895" y="6481683"/>
            <a:ext cx="4671582" cy="582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핵심 역량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4325F6-550A-4C1A-AA62-4B11E0C3BABE}"/>
              </a:ext>
            </a:extLst>
          </p:cNvPr>
          <p:cNvSpPr/>
          <p:nvPr/>
        </p:nvSpPr>
        <p:spPr>
          <a:xfrm>
            <a:off x="505694" y="3095511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5FDB21-41DE-4EFE-BA64-0431ECE686E3}"/>
              </a:ext>
            </a:extLst>
          </p:cNvPr>
          <p:cNvSpPr/>
          <p:nvPr/>
        </p:nvSpPr>
        <p:spPr>
          <a:xfrm>
            <a:off x="2019300" y="3095511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F14480-0D05-4C79-9FB9-F391A4F87ECE}"/>
              </a:ext>
            </a:extLst>
          </p:cNvPr>
          <p:cNvSpPr/>
          <p:nvPr/>
        </p:nvSpPr>
        <p:spPr>
          <a:xfrm>
            <a:off x="3532906" y="3095511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4055DD-25E4-412B-A7F3-BA87507C9518}"/>
              </a:ext>
            </a:extLst>
          </p:cNvPr>
          <p:cNvSpPr/>
          <p:nvPr/>
        </p:nvSpPr>
        <p:spPr>
          <a:xfrm>
            <a:off x="5046512" y="3095511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637104-A637-4084-8F24-E0CDE1D44CAD}"/>
              </a:ext>
            </a:extLst>
          </p:cNvPr>
          <p:cNvSpPr/>
          <p:nvPr/>
        </p:nvSpPr>
        <p:spPr>
          <a:xfrm>
            <a:off x="1159276" y="1998231"/>
            <a:ext cx="4274820" cy="582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2DE75F-0DD4-4FC1-8F21-1CEA2FC7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68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CD62D-9394-4218-B71F-5DBB277DA2C1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조직 역량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8E6357-0AE8-4CBD-84D2-F3657DFBF35E}"/>
              </a:ext>
            </a:extLst>
          </p:cNvPr>
          <p:cNvSpPr/>
          <p:nvPr/>
        </p:nvSpPr>
        <p:spPr>
          <a:xfrm>
            <a:off x="734500" y="5370292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구성인력 정보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조직 역량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AB2F0-A26D-4C4D-AEA2-BB6DCA8605DE}"/>
              </a:ext>
            </a:extLst>
          </p:cNvPr>
          <p:cNvSpPr txBox="1"/>
          <p:nvPr/>
        </p:nvSpPr>
        <p:spPr>
          <a:xfrm>
            <a:off x="449603" y="4940982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조직 역량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593C6-AC1B-4DBD-8EBA-61650113BB5E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6B50E5-1266-4867-B40B-7195EFCB1B2C}"/>
              </a:ext>
            </a:extLst>
          </p:cNvPr>
          <p:cNvSpPr/>
          <p:nvPr/>
        </p:nvSpPr>
        <p:spPr>
          <a:xfrm>
            <a:off x="505694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B3BA53-5822-4F63-AF9B-29F78B0755FE}"/>
              </a:ext>
            </a:extLst>
          </p:cNvPr>
          <p:cNvSpPr/>
          <p:nvPr/>
        </p:nvSpPr>
        <p:spPr>
          <a:xfrm>
            <a:off x="2019300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72E7BA-D228-42CE-8FBB-629BE70996C1}"/>
              </a:ext>
            </a:extLst>
          </p:cNvPr>
          <p:cNvSpPr/>
          <p:nvPr/>
        </p:nvSpPr>
        <p:spPr>
          <a:xfrm>
            <a:off x="3532906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AF9D1E-49C9-4403-AE3D-B0686934E745}"/>
              </a:ext>
            </a:extLst>
          </p:cNvPr>
          <p:cNvSpPr/>
          <p:nvPr/>
        </p:nvSpPr>
        <p:spPr>
          <a:xfrm>
            <a:off x="5046512" y="7578963"/>
            <a:ext cx="1277386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3AD090-6263-433F-A5D1-EB198F8ADEFA}"/>
              </a:ext>
            </a:extLst>
          </p:cNvPr>
          <p:cNvSpPr/>
          <p:nvPr/>
        </p:nvSpPr>
        <p:spPr>
          <a:xfrm>
            <a:off x="960895" y="6481683"/>
            <a:ext cx="4671582" cy="582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핵심 역량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2DE75F-0DD4-4FC1-8F21-1CEA2FC7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87D79FE-6D50-4A0C-8303-E665F44E3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06460"/>
              </p:ext>
            </p:extLst>
          </p:nvPr>
        </p:nvGraphicFramePr>
        <p:xfrm>
          <a:off x="362464" y="2267619"/>
          <a:ext cx="2273731" cy="2158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233BD610-0742-469B-9AA0-4892FB8D7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632904"/>
              </p:ext>
            </p:extLst>
          </p:nvPr>
        </p:nvGraphicFramePr>
        <p:xfrm>
          <a:off x="2971475" y="2267619"/>
          <a:ext cx="3078805" cy="2237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3961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E79994-FE58-4CD2-A2DD-E7A542DE714D}"/>
              </a:ext>
            </a:extLst>
          </p:cNvPr>
          <p:cNvSpPr/>
          <p:nvPr/>
        </p:nvSpPr>
        <p:spPr>
          <a:xfrm>
            <a:off x="734500" y="2030598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회계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대차 대조표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투자 현황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CD62D-9394-4218-B71F-5DBB277DA2C1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5)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재무제표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593C6-AC1B-4DBD-8EBA-61650113BB5E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BD5ACB-AB05-4B31-93EA-0D237ECC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DEB0CB-9A66-4280-8369-472E0F7F9058}"/>
              </a:ext>
            </a:extLst>
          </p:cNvPr>
          <p:cNvSpPr/>
          <p:nvPr/>
        </p:nvSpPr>
        <p:spPr>
          <a:xfrm>
            <a:off x="505694" y="7578963"/>
            <a:ext cx="2733452" cy="14605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신용평가 의견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E537AC-0B15-46D1-9884-8F999CD945E1}"/>
              </a:ext>
            </a:extLst>
          </p:cNvPr>
          <p:cNvSpPr/>
          <p:nvPr/>
        </p:nvSpPr>
        <p:spPr>
          <a:xfrm>
            <a:off x="505694" y="6501539"/>
            <a:ext cx="2733452" cy="10774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결과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64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회사소개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593C6-AC1B-4DBD-8EBA-61650113BB5E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Ⅰ.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제안 개요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03F35FB-757D-4390-BE90-61011D6A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257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06F58-D83A-44F9-B86B-DE864F2030C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ㅁ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2ACE1-C0F6-48A6-87B0-BF06A1E1941A}"/>
              </a:ext>
            </a:extLst>
          </p:cNvPr>
          <p:cNvSpPr txBox="1"/>
          <p:nvPr/>
        </p:nvSpPr>
        <p:spPr>
          <a:xfrm>
            <a:off x="362464" y="1358639"/>
            <a:ext cx="3429000" cy="437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ea"/>
              </a:rPr>
              <a:t>Ⅱ.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사업수행 부문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시스템 구축 수행방안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개발 및 운영환경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H/W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구성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S/W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구성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응답속도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2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구축 사례</a:t>
            </a:r>
            <a:br>
              <a:rPr lang="en-US" altLang="ko-KR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Best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연습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지식</a:t>
            </a: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DB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80738-3CBB-406E-A66D-19AEA968062A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7706B7-CFDC-4F86-9CB3-FDC98C7B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338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시스템 구성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2011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481307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3353130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632630-D923-487D-991A-F40D60AFDDEF}"/>
              </a:ext>
            </a:extLst>
          </p:cNvPr>
          <p:cNvSpPr/>
          <p:nvPr/>
        </p:nvSpPr>
        <p:spPr>
          <a:xfrm>
            <a:off x="734499" y="5399298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문제 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769A937F-FAF7-4225-B919-3D1DF5589A28}"/>
              </a:ext>
            </a:extLst>
          </p:cNvPr>
          <p:cNvSpPr/>
          <p:nvPr/>
        </p:nvSpPr>
        <p:spPr>
          <a:xfrm>
            <a:off x="597242" y="5271121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8A2E7F-5EDD-48D5-A9DA-6EA7D116DE02}"/>
              </a:ext>
            </a:extLst>
          </p:cNvPr>
          <p:cNvSpPr/>
          <p:nvPr/>
        </p:nvSpPr>
        <p:spPr>
          <a:xfrm>
            <a:off x="734499" y="6727292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관리 방향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4DBFE155-1155-467C-B1D5-6B59CFDFB339}"/>
              </a:ext>
            </a:extLst>
          </p:cNvPr>
          <p:cNvSpPr/>
          <p:nvPr/>
        </p:nvSpPr>
        <p:spPr>
          <a:xfrm>
            <a:off x="597242" y="6599115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4D59E-8129-42EF-84E9-C46B2D500244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시스템 구축 수행방안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F6AA6-9182-4688-81F3-FF42E2AF7C8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5FFF3E-0E6C-4CB4-AF0B-C80E56616123}"/>
              </a:ext>
            </a:extLst>
          </p:cNvPr>
          <p:cNvSpPr txBox="1"/>
          <p:nvPr/>
        </p:nvSpPr>
        <p:spPr>
          <a:xfrm>
            <a:off x="449602" y="4823319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 방안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AE34B2-1BC7-4EFB-80BE-101BF5573C6C}"/>
              </a:ext>
            </a:extLst>
          </p:cNvPr>
          <p:cNvSpPr/>
          <p:nvPr/>
        </p:nvSpPr>
        <p:spPr>
          <a:xfrm>
            <a:off x="734499" y="8055286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관리 방향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화살표: 오각형 28">
            <a:extLst>
              <a:ext uri="{FF2B5EF4-FFF2-40B4-BE49-F238E27FC236}">
                <a16:creationId xmlns:a16="http://schemas.microsoft.com/office/drawing/2014/main" id="{8AE4BD21-C161-47FE-BC97-310F4706F684}"/>
              </a:ext>
            </a:extLst>
          </p:cNvPr>
          <p:cNvSpPr/>
          <p:nvPr/>
        </p:nvSpPr>
        <p:spPr>
          <a:xfrm>
            <a:off x="597242" y="7927109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0A7CFB-0015-4174-A617-45961CA6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80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17745"/>
            <a:ext cx="3240092" cy="10398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운영ㄱ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1951226"/>
            <a:ext cx="772452" cy="239966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개발계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745115"/>
            <a:ext cx="3240092" cy="10398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3578596"/>
            <a:ext cx="772452" cy="239966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운영계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4D59E-8129-42EF-84E9-C46B2D500244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개발 및 운영환경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F6AA6-9182-4688-81F3-FF42E2AF7C8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2731C6-6A93-44BC-ACE8-D8B1266AE602}"/>
              </a:ext>
            </a:extLst>
          </p:cNvPr>
          <p:cNvSpPr/>
          <p:nvPr/>
        </p:nvSpPr>
        <p:spPr>
          <a:xfrm>
            <a:off x="734501" y="5629157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Web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91184B-CDD8-4699-A10A-7ECDA2528E56}"/>
              </a:ext>
            </a:extLst>
          </p:cNvPr>
          <p:cNvSpPr/>
          <p:nvPr/>
        </p:nvSpPr>
        <p:spPr>
          <a:xfrm>
            <a:off x="734501" y="7581359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Web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AD088-3829-4DCF-93CC-95FC423CFC7A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H/W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구성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7A44C8-2BF3-4257-84D5-95B716CC2E81}"/>
              </a:ext>
            </a:extLst>
          </p:cNvPr>
          <p:cNvSpPr txBox="1"/>
          <p:nvPr/>
        </p:nvSpPr>
        <p:spPr>
          <a:xfrm>
            <a:off x="449602" y="5053180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S/W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C877FE-BC40-4BE6-A2BD-68A02512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3A015B-E3C1-4F59-92D3-5D2A9AA7EC0B}"/>
              </a:ext>
            </a:extLst>
          </p:cNvPr>
          <p:cNvSpPr/>
          <p:nvPr/>
        </p:nvSpPr>
        <p:spPr>
          <a:xfrm>
            <a:off x="362464" y="6071020"/>
            <a:ext cx="679952" cy="43767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As-Is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356DC4-8448-42A8-8E65-F50D22EFEE9D}"/>
              </a:ext>
            </a:extLst>
          </p:cNvPr>
          <p:cNvSpPr/>
          <p:nvPr/>
        </p:nvSpPr>
        <p:spPr>
          <a:xfrm>
            <a:off x="362464" y="8026452"/>
            <a:ext cx="679952" cy="43767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To-Be</a:t>
            </a:r>
            <a:endParaRPr lang="ko-KR" altLang="en-US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CD2554-4C58-4853-930A-41B5F81DBA4E}"/>
              </a:ext>
            </a:extLst>
          </p:cNvPr>
          <p:cNvSpPr/>
          <p:nvPr/>
        </p:nvSpPr>
        <p:spPr>
          <a:xfrm>
            <a:off x="2524555" y="5629157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WAS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C4CE26D-0B91-4B30-BA89-6B67A3E697DA}"/>
              </a:ext>
            </a:extLst>
          </p:cNvPr>
          <p:cNvSpPr/>
          <p:nvPr/>
        </p:nvSpPr>
        <p:spPr>
          <a:xfrm>
            <a:off x="2524555" y="7581359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WAS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D8A4384-B4D3-40D8-9926-4DFF10F69FA9}"/>
              </a:ext>
            </a:extLst>
          </p:cNvPr>
          <p:cNvSpPr/>
          <p:nvPr/>
        </p:nvSpPr>
        <p:spPr>
          <a:xfrm>
            <a:off x="4314609" y="5629157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DB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567221-71B7-49E2-9C5E-235FCA3A45C6}"/>
              </a:ext>
            </a:extLst>
          </p:cNvPr>
          <p:cNvSpPr/>
          <p:nvPr/>
        </p:nvSpPr>
        <p:spPr>
          <a:xfrm>
            <a:off x="4314609" y="7581359"/>
            <a:ext cx="1698734" cy="14225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93173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3109080" cy="38593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운영계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2011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6971171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6842994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F6AA6-9182-4688-81F3-FF42E2AF7C8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AD088-3829-4DCF-93CC-95FC423CFC7A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응답속도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/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자원활용 관리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09E5B5-764D-450D-820F-53201A85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4FA7E-308B-4AD9-BBFF-0BFDAA13CA01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개발 및 운영환경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0740E-4A8B-4742-9045-F8C9DE7AA11E}"/>
              </a:ext>
            </a:extLst>
          </p:cNvPr>
          <p:cNvSpPr txBox="1"/>
          <p:nvPr/>
        </p:nvSpPr>
        <p:spPr>
          <a:xfrm>
            <a:off x="3980837" y="3195579"/>
            <a:ext cx="21426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아키텍처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부하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자원활용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응답속도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4349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F6AA6-9182-4688-81F3-FF42E2AF7C8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09E5B5-764D-450D-820F-53201A85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4FA7E-308B-4AD9-BBFF-0BFDAA13CA01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개발 및 운영환경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60C19A-8386-4BB6-842A-00637F278058}"/>
              </a:ext>
            </a:extLst>
          </p:cNvPr>
          <p:cNvSpPr/>
          <p:nvPr/>
        </p:nvSpPr>
        <p:spPr>
          <a:xfrm>
            <a:off x="734500" y="2030598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4A3DD-DDE8-4E2E-82A1-F06E906E46EF}"/>
              </a:ext>
            </a:extLst>
          </p:cNvPr>
          <p:cNvSpPr txBox="1"/>
          <p:nvPr/>
        </p:nvSpPr>
        <p:spPr>
          <a:xfrm>
            <a:off x="449603" y="160128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보안요건 준수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DFDDDA-B9D7-4ED9-B4EE-093755511915}"/>
              </a:ext>
            </a:extLst>
          </p:cNvPr>
          <p:cNvSpPr/>
          <p:nvPr/>
        </p:nvSpPr>
        <p:spPr>
          <a:xfrm>
            <a:off x="734500" y="3396171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B8670A-F2A6-459A-9470-14D652BCBAA5}"/>
              </a:ext>
            </a:extLst>
          </p:cNvPr>
          <p:cNvSpPr txBox="1"/>
          <p:nvPr/>
        </p:nvSpPr>
        <p:spPr>
          <a:xfrm>
            <a:off x="449603" y="2966861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5)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웹개발표준 준수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63C1977-D0A7-40AC-A25A-B5F1AFAB4E1C}"/>
              </a:ext>
            </a:extLst>
          </p:cNvPr>
          <p:cNvSpPr/>
          <p:nvPr/>
        </p:nvSpPr>
        <p:spPr>
          <a:xfrm>
            <a:off x="734500" y="4870726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8AF60B-E384-4E1D-92B6-40F0EEA4AAF2}"/>
              </a:ext>
            </a:extLst>
          </p:cNvPr>
          <p:cNvSpPr txBox="1"/>
          <p:nvPr/>
        </p:nvSpPr>
        <p:spPr>
          <a:xfrm>
            <a:off x="449603" y="4441416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6)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개인정보 보호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EB846B-E879-4047-9142-3AE2C4D8A2DB}"/>
              </a:ext>
            </a:extLst>
          </p:cNvPr>
          <p:cNvSpPr/>
          <p:nvPr/>
        </p:nvSpPr>
        <p:spPr>
          <a:xfrm>
            <a:off x="734500" y="6236299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3ACC6-CF49-4770-B890-30A2A7BE228B}"/>
              </a:ext>
            </a:extLst>
          </p:cNvPr>
          <p:cNvSpPr txBox="1"/>
          <p:nvPr/>
        </p:nvSpPr>
        <p:spPr>
          <a:xfrm>
            <a:off x="449603" y="5806989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7)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웹 해킹 방지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700383-C7E2-4C58-8E1E-892235C9E6B7}"/>
              </a:ext>
            </a:extLst>
          </p:cNvPr>
          <p:cNvSpPr/>
          <p:nvPr/>
        </p:nvSpPr>
        <p:spPr>
          <a:xfrm>
            <a:off x="734500" y="7710854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8FD789-C381-4C2C-8ED6-8A7943353CD7}"/>
              </a:ext>
            </a:extLst>
          </p:cNvPr>
          <p:cNvSpPr txBox="1"/>
          <p:nvPr/>
        </p:nvSpPr>
        <p:spPr>
          <a:xfrm>
            <a:off x="449603" y="7281544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8) QA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보안점검 검수</a:t>
            </a:r>
          </a:p>
        </p:txBody>
      </p:sp>
    </p:spTree>
    <p:extLst>
      <p:ext uri="{BB962C8B-B14F-4D97-AF65-F5344CB8AC3E}">
        <p14:creationId xmlns:p14="http://schemas.microsoft.com/office/powerpoint/2010/main" val="3005990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734500" y="2139295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운영계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  </a:t>
            </a:r>
            <a:r>
              <a:rPr lang="en-US" altLang="ko-KR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Synergy</a:t>
            </a:r>
            <a:endParaRPr lang="ko-KR" altLang="en-US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93EC9D2-EB43-4BB4-BAE4-6D16FF7F026A}"/>
              </a:ext>
            </a:extLst>
          </p:cNvPr>
          <p:cNvSpPr/>
          <p:nvPr/>
        </p:nvSpPr>
        <p:spPr>
          <a:xfrm>
            <a:off x="597243" y="2011118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889025-FFD1-49E6-B855-36C6A31C7D81}"/>
              </a:ext>
            </a:extLst>
          </p:cNvPr>
          <p:cNvSpPr/>
          <p:nvPr/>
        </p:nvSpPr>
        <p:spPr>
          <a:xfrm>
            <a:off x="734500" y="3481307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D5E6D6FE-FF5B-4D78-B342-E3530734AB76}"/>
              </a:ext>
            </a:extLst>
          </p:cNvPr>
          <p:cNvSpPr/>
          <p:nvPr/>
        </p:nvSpPr>
        <p:spPr>
          <a:xfrm>
            <a:off x="597243" y="3353130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4D59E-8129-42EF-84E9-C46B2D500244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구축 사례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F6AA6-9182-4688-81F3-FF42E2AF7C87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Ⅱ.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2731C6-6A93-44BC-ACE8-D8B1266AE602}"/>
              </a:ext>
            </a:extLst>
          </p:cNvPr>
          <p:cNvSpPr/>
          <p:nvPr/>
        </p:nvSpPr>
        <p:spPr>
          <a:xfrm>
            <a:off x="734500" y="5629158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화살표: 오각형 24">
            <a:extLst>
              <a:ext uri="{FF2B5EF4-FFF2-40B4-BE49-F238E27FC236}">
                <a16:creationId xmlns:a16="http://schemas.microsoft.com/office/drawing/2014/main" id="{A4C3D077-8E2A-4B06-8240-8F6008C4E10A}"/>
              </a:ext>
            </a:extLst>
          </p:cNvPr>
          <p:cNvSpPr/>
          <p:nvPr/>
        </p:nvSpPr>
        <p:spPr>
          <a:xfrm>
            <a:off x="597243" y="5500981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91184B-CDD8-4699-A10A-7ECDA2528E56}"/>
              </a:ext>
            </a:extLst>
          </p:cNvPr>
          <p:cNvSpPr/>
          <p:nvPr/>
        </p:nvSpPr>
        <p:spPr>
          <a:xfrm>
            <a:off x="734500" y="6971170"/>
            <a:ext cx="5315780" cy="9237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추진 형태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화살표: 오각형 30">
            <a:extLst>
              <a:ext uri="{FF2B5EF4-FFF2-40B4-BE49-F238E27FC236}">
                <a16:creationId xmlns:a16="http://schemas.microsoft.com/office/drawing/2014/main" id="{4A32EE6C-ADAE-444C-8514-6A2F56A1772C}"/>
              </a:ext>
            </a:extLst>
          </p:cNvPr>
          <p:cNvSpPr/>
          <p:nvPr/>
        </p:nvSpPr>
        <p:spPr>
          <a:xfrm>
            <a:off x="597243" y="6842993"/>
            <a:ext cx="324231" cy="180073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AD088-3829-4DCF-93CC-95FC423CFC7A}"/>
              </a:ext>
            </a:extLst>
          </p:cNvPr>
          <p:cNvSpPr txBox="1"/>
          <p:nvPr/>
        </p:nvSpPr>
        <p:spPr>
          <a:xfrm>
            <a:off x="449602" y="1601288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Best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7A44C8-2BF3-4257-84D5-95B716CC2E81}"/>
              </a:ext>
            </a:extLst>
          </p:cNvPr>
          <p:cNvSpPr txBox="1"/>
          <p:nvPr/>
        </p:nvSpPr>
        <p:spPr>
          <a:xfrm>
            <a:off x="449602" y="5053180"/>
            <a:ext cx="5600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지식 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DB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09E5B5-764D-450D-820F-53201A85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98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B704C-0C28-4768-B7A9-473E076947C2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06F58-D83A-44F9-B86B-DE864F2030C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ㅁ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2ACE1-C0F6-48A6-87B0-BF06A1E1941A}"/>
              </a:ext>
            </a:extLst>
          </p:cNvPr>
          <p:cNvSpPr txBox="1"/>
          <p:nvPr/>
        </p:nvSpPr>
        <p:spPr>
          <a:xfrm>
            <a:off x="362463" y="1358639"/>
            <a:ext cx="5154933" cy="478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ea"/>
              </a:rPr>
              <a:t>Ⅲ.</a:t>
            </a:r>
            <a:r>
              <a:rPr lang="ko-KR" altLang="ko-KR" sz="1600" dirty="0">
                <a:latin typeface="+mn-ea"/>
              </a:rPr>
              <a:t>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사업관리 부문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수행조직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수행조직 구성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R&amp;R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전문인력 투입 계획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투입 구성전략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투입 스케줄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추진일정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OPEN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일정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마일스톤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프로젝트 관리방안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품질관리체계 활동 수행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단계별 수행절차</a:t>
            </a:r>
            <a:endParaRPr lang="en-US" altLang="ko-KR" sz="12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E0F73C-CA3A-46F1-88FC-7CAF4530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60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프로젝트 수행조직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3E84C-BC4E-47C6-95A6-7F9945C033D1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0D8B15-6728-4F5B-98FC-3DC052B6D5DD}"/>
              </a:ext>
            </a:extLst>
          </p:cNvPr>
          <p:cNvSpPr txBox="1"/>
          <p:nvPr/>
        </p:nvSpPr>
        <p:spPr>
          <a:xfrm>
            <a:off x="449603" y="1455913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수행조직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DBABB-0561-4F1B-A01C-284C6FAC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25</a:t>
            </a:fld>
            <a:endParaRPr lang="ko-KR" altLang="en-US"/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4F4F0416-0E77-4010-9124-60188A79F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599060"/>
              </p:ext>
            </p:extLst>
          </p:nvPr>
        </p:nvGraphicFramePr>
        <p:xfrm>
          <a:off x="1036525" y="2021424"/>
          <a:ext cx="4606871" cy="2484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다이어그램 14">
            <a:extLst>
              <a:ext uri="{FF2B5EF4-FFF2-40B4-BE49-F238E27FC236}">
                <a16:creationId xmlns:a16="http://schemas.microsoft.com/office/drawing/2014/main" id="{DA25393D-3AC0-4FB4-AD2C-A4F853F6A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475431"/>
              </p:ext>
            </p:extLst>
          </p:nvPr>
        </p:nvGraphicFramePr>
        <p:xfrm>
          <a:off x="1926213" y="7491028"/>
          <a:ext cx="2770322" cy="1786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0" name="표 48">
            <a:extLst>
              <a:ext uri="{FF2B5EF4-FFF2-40B4-BE49-F238E27FC236}">
                <a16:creationId xmlns:a16="http://schemas.microsoft.com/office/drawing/2014/main" id="{8CDACB03-0644-41B0-9DD4-E3E1AF683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02732"/>
              </p:ext>
            </p:extLst>
          </p:nvPr>
        </p:nvGraphicFramePr>
        <p:xfrm>
          <a:off x="1042987" y="5024758"/>
          <a:ext cx="4572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15">
                  <a:extLst>
                    <a:ext uri="{9D8B030D-6E8A-4147-A177-3AD203B41FA5}">
                      <a16:colId xmlns:a16="http://schemas.microsoft.com/office/drawing/2014/main" val="3658214583"/>
                    </a:ext>
                  </a:extLst>
                </a:gridCol>
                <a:gridCol w="544015">
                  <a:extLst>
                    <a:ext uri="{9D8B030D-6E8A-4147-A177-3AD203B41FA5}">
                      <a16:colId xmlns:a16="http://schemas.microsoft.com/office/drawing/2014/main" val="4050168257"/>
                    </a:ext>
                  </a:extLst>
                </a:gridCol>
                <a:gridCol w="1959971">
                  <a:extLst>
                    <a:ext uri="{9D8B030D-6E8A-4147-A177-3AD203B41FA5}">
                      <a16:colId xmlns:a16="http://schemas.microsoft.com/office/drawing/2014/main" val="107863227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71426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R&amp;R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6133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인사팀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9175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CI</a:t>
                      </a:r>
                      <a:r>
                        <a:rPr lang="ko-KR" altLang="en-US" dirty="0" err="1"/>
                        <a:t>그굽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72402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수행그룹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9884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5225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04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794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전문인력 투입 계획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3E84C-BC4E-47C6-95A6-7F9945C033D1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0D8B15-6728-4F5B-98FC-3DC052B6D5DD}"/>
              </a:ext>
            </a:extLst>
          </p:cNvPr>
          <p:cNvSpPr txBox="1"/>
          <p:nvPr/>
        </p:nvSpPr>
        <p:spPr>
          <a:xfrm>
            <a:off x="449603" y="1377943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전문성 구성 방안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6BFB61D-601E-459E-B602-7EC2C1351538}"/>
              </a:ext>
            </a:extLst>
          </p:cNvPr>
          <p:cNvSpPr/>
          <p:nvPr/>
        </p:nvSpPr>
        <p:spPr>
          <a:xfrm>
            <a:off x="734500" y="5831217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투입자금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투자 구성</a:t>
            </a:r>
            <a:b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회수 전략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0A590E-105B-4766-9870-2D1989BA8777}"/>
              </a:ext>
            </a:extLst>
          </p:cNvPr>
          <p:cNvSpPr txBox="1"/>
          <p:nvPr/>
        </p:nvSpPr>
        <p:spPr>
          <a:xfrm>
            <a:off x="449603" y="5420138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수행능력 도출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36C409-78BA-479F-8348-07E4CB0D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26</a:t>
            </a:fld>
            <a:endParaRPr lang="ko-KR" altLang="en-US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3DD7185D-B896-47A9-A32F-227B82D4E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345469"/>
              </p:ext>
            </p:extLst>
          </p:nvPr>
        </p:nvGraphicFramePr>
        <p:xfrm>
          <a:off x="734499" y="1981864"/>
          <a:ext cx="5495820" cy="30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28">
                  <a:extLst>
                    <a:ext uri="{9D8B030D-6E8A-4147-A177-3AD203B41FA5}">
                      <a16:colId xmlns:a16="http://schemas.microsoft.com/office/drawing/2014/main" val="2136509959"/>
                    </a:ext>
                  </a:extLst>
                </a:gridCol>
                <a:gridCol w="1259618">
                  <a:extLst>
                    <a:ext uri="{9D8B030D-6E8A-4147-A177-3AD203B41FA5}">
                      <a16:colId xmlns:a16="http://schemas.microsoft.com/office/drawing/2014/main" val="3502222562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1209771993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1057323467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3019757401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2049565877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2124814170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4131075255"/>
                    </a:ext>
                  </a:extLst>
                </a:gridCol>
                <a:gridCol w="549582">
                  <a:extLst>
                    <a:ext uri="{9D8B030D-6E8A-4147-A177-3AD203B41FA5}">
                      <a16:colId xmlns:a16="http://schemas.microsoft.com/office/drawing/2014/main" val="172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PM(</a:t>
                      </a:r>
                      <a:r>
                        <a:rPr lang="ko-KR" altLang="en-US" sz="1050" dirty="0"/>
                        <a:t>기획품질관리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193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업무분석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개발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PL(</a:t>
                      </a:r>
                      <a:r>
                        <a:rPr lang="ko-KR" altLang="en-US" sz="1050" dirty="0"/>
                        <a:t>분석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설계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4.0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240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시스템 개발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권한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공통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4.0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69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시스템 개발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시스템 기능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31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디자인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1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err="1"/>
                        <a:t>퍼블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9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2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475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797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프로젝트 추진 일정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3E84C-BC4E-47C6-95A6-7F9945C033D1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0D8B15-6728-4F5B-98FC-3DC052B6D5DD}"/>
              </a:ext>
            </a:extLst>
          </p:cNvPr>
          <p:cNvSpPr txBox="1"/>
          <p:nvPr/>
        </p:nvSpPr>
        <p:spPr>
          <a:xfrm>
            <a:off x="449603" y="1447399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 OPEN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추진 일정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0A590E-105B-4766-9870-2D1989BA8777}"/>
              </a:ext>
            </a:extLst>
          </p:cNvPr>
          <p:cNvSpPr txBox="1"/>
          <p:nvPr/>
        </p:nvSpPr>
        <p:spPr>
          <a:xfrm>
            <a:off x="449603" y="5289559"/>
            <a:ext cx="578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마일스톤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6872E6-EED9-4AA3-A404-34F2CAE6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27</a:t>
            </a:fld>
            <a:endParaRPr lang="ko-KR" altLang="en-US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67F7C18D-5991-4777-B284-AD6390180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53723"/>
              </p:ext>
            </p:extLst>
          </p:nvPr>
        </p:nvGraphicFramePr>
        <p:xfrm>
          <a:off x="449602" y="1870728"/>
          <a:ext cx="578071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3495491330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2366020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657258865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281622486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293022279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402308976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54050466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9502949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92573323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98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34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마일스톤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착수보고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76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0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4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538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36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48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안정화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41185"/>
                  </a:ext>
                </a:extLst>
              </a:tr>
            </a:tbl>
          </a:graphicData>
        </a:graphic>
      </p:graphicFrame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BFF43475-2FF8-45E2-8DEF-7C6E6456B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625941"/>
              </p:ext>
            </p:extLst>
          </p:nvPr>
        </p:nvGraphicFramePr>
        <p:xfrm>
          <a:off x="587547" y="5376329"/>
          <a:ext cx="2677332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275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프로젝트 관리방안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1C734-8EE2-4F55-8D29-C6FF10DD80E1}"/>
              </a:ext>
            </a:extLst>
          </p:cNvPr>
          <p:cNvSpPr/>
          <p:nvPr/>
        </p:nvSpPr>
        <p:spPr>
          <a:xfrm>
            <a:off x="606381" y="1948335"/>
            <a:ext cx="5315780" cy="9237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해결 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Font typeface="+mj-ea"/>
              <a:buAutoNum type="circleNumDbPlain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Font typeface="+mj-ea"/>
              <a:buAutoNum type="circleNumDbPlain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방식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3" y="1505956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품질관리체계 활동수행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B779A-B013-46DF-A402-F9F50DDDD18B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E8E1A-C04F-4A95-96AF-09B9071C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29F89C-D8F9-4CDE-9FF1-BE9B73672426}"/>
              </a:ext>
            </a:extLst>
          </p:cNvPr>
          <p:cNvSpPr/>
          <p:nvPr/>
        </p:nvSpPr>
        <p:spPr>
          <a:xfrm>
            <a:off x="437918" y="3554845"/>
            <a:ext cx="1848082" cy="26675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품질활동 수행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---------------------------------------------------------------------------</a:t>
            </a:r>
          </a:p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일관성 유지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보증 수행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방법론 참조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99AEE-48C4-4CDE-AEDA-AE6B8797FDEE}"/>
              </a:ext>
            </a:extLst>
          </p:cNvPr>
          <p:cNvSpPr txBox="1"/>
          <p:nvPr/>
        </p:nvSpPr>
        <p:spPr>
          <a:xfrm>
            <a:off x="756652" y="3117522"/>
            <a:ext cx="12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보증체계운영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F82CEE-0D51-48DF-B104-A4C34314EE59}"/>
              </a:ext>
            </a:extLst>
          </p:cNvPr>
          <p:cNvSpPr txBox="1"/>
          <p:nvPr/>
        </p:nvSpPr>
        <p:spPr>
          <a:xfrm>
            <a:off x="2823693" y="3117522"/>
            <a:ext cx="12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전략수립 방향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CE2A65-A9A6-417E-A868-065CD779740A}"/>
              </a:ext>
            </a:extLst>
          </p:cNvPr>
          <p:cNvSpPr/>
          <p:nvPr/>
        </p:nvSpPr>
        <p:spPr>
          <a:xfrm>
            <a:off x="2504959" y="3554845"/>
            <a:ext cx="1848082" cy="26675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품질관리전문가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장기 방문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---------------------------------------------------------------------------</a:t>
            </a:r>
          </a:p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지원조직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26CDB0-28BD-4525-97B1-87D6D6265C04}"/>
              </a:ext>
            </a:extLst>
          </p:cNvPr>
          <p:cNvSpPr txBox="1"/>
          <p:nvPr/>
        </p:nvSpPr>
        <p:spPr>
          <a:xfrm>
            <a:off x="4890734" y="3117522"/>
            <a:ext cx="12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수행 방안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E241D6-5E64-4CF4-8E4C-B507A49BB711}"/>
              </a:ext>
            </a:extLst>
          </p:cNvPr>
          <p:cNvSpPr/>
          <p:nvPr/>
        </p:nvSpPr>
        <p:spPr>
          <a:xfrm>
            <a:off x="4572000" y="3554845"/>
            <a:ext cx="1848082" cy="26675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ISO 9001</a:t>
            </a:r>
          </a:p>
          <a:p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788670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프로젝트 관리방안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3" y="1505956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테스트결함관리 수행절차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B779A-B013-46DF-A402-F9F50DDDD18B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E8E1A-C04F-4A95-96AF-09B9071C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16" name="표 27">
            <a:extLst>
              <a:ext uri="{FF2B5EF4-FFF2-40B4-BE49-F238E27FC236}">
                <a16:creationId xmlns:a16="http://schemas.microsoft.com/office/drawing/2014/main" id="{13CF1B4D-0F53-4B8B-97AC-E47286CFA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68407"/>
              </p:ext>
            </p:extLst>
          </p:nvPr>
        </p:nvGraphicFramePr>
        <p:xfrm>
          <a:off x="449603" y="2024521"/>
          <a:ext cx="573421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174">
                  <a:extLst>
                    <a:ext uri="{9D8B030D-6E8A-4147-A177-3AD203B41FA5}">
                      <a16:colId xmlns:a16="http://schemas.microsoft.com/office/drawing/2014/main" val="2244312278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2221779399"/>
                    </a:ext>
                  </a:extLst>
                </a:gridCol>
                <a:gridCol w="910971">
                  <a:extLst>
                    <a:ext uri="{9D8B030D-6E8A-4147-A177-3AD203B41FA5}">
                      <a16:colId xmlns:a16="http://schemas.microsoft.com/office/drawing/2014/main" val="2912452888"/>
                    </a:ext>
                  </a:extLst>
                </a:gridCol>
                <a:gridCol w="727377">
                  <a:extLst>
                    <a:ext uri="{9D8B030D-6E8A-4147-A177-3AD203B41FA5}">
                      <a16:colId xmlns:a16="http://schemas.microsoft.com/office/drawing/2014/main" val="1208239046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384177331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2943205008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320085399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절차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요구사항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4833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199651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결함관리절차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Sys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PL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Dev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QAO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PM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347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등록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확정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수정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결함관리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의사결정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297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조치확인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DB</a:t>
                      </a:r>
                      <a:b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(open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PMS)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조치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결과보고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진척보고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최종보고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1801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727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3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248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39C6F6-F9C5-49D1-B072-76C2FC860495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프로젝트 관리방안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23B16-7AF3-4EAA-B799-CBB206B95B48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46E2B-17DE-411D-804A-B93F612A8017}"/>
              </a:ext>
            </a:extLst>
          </p:cNvPr>
          <p:cNvSpPr txBox="1"/>
          <p:nvPr/>
        </p:nvSpPr>
        <p:spPr>
          <a:xfrm>
            <a:off x="449603" y="1505956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단계별 수행절차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B779A-B013-46DF-A402-F9F50DDDD18B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Ⅲ. </a:t>
            </a:r>
            <a:r>
              <a:rPr lang="ko-KR" altLang="en-US" sz="11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사업수행 부문</a:t>
            </a:r>
            <a:endParaRPr lang="ko-KR" altLang="en-US" sz="1100" b="1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E8E1A-C04F-4A95-96AF-09B9071C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30</a:t>
            </a:fld>
            <a:endParaRPr lang="ko-KR" altLang="en-US"/>
          </a:p>
        </p:txBody>
      </p:sp>
      <p:graphicFrame>
        <p:nvGraphicFramePr>
          <p:cNvPr id="16" name="표 27">
            <a:extLst>
              <a:ext uri="{FF2B5EF4-FFF2-40B4-BE49-F238E27FC236}">
                <a16:creationId xmlns:a16="http://schemas.microsoft.com/office/drawing/2014/main" id="{AAF88852-EFFB-4AF9-9C68-F10C23E25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5176"/>
              </p:ext>
            </p:extLst>
          </p:nvPr>
        </p:nvGraphicFramePr>
        <p:xfrm>
          <a:off x="449603" y="2024521"/>
          <a:ext cx="49150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174">
                  <a:extLst>
                    <a:ext uri="{9D8B030D-6E8A-4147-A177-3AD203B41FA5}">
                      <a16:colId xmlns:a16="http://schemas.microsoft.com/office/drawing/2014/main" val="2221779399"/>
                    </a:ext>
                  </a:extLst>
                </a:gridCol>
                <a:gridCol w="910971">
                  <a:extLst>
                    <a:ext uri="{9D8B030D-6E8A-4147-A177-3AD203B41FA5}">
                      <a16:colId xmlns:a16="http://schemas.microsoft.com/office/drawing/2014/main" val="2912452888"/>
                    </a:ext>
                  </a:extLst>
                </a:gridCol>
                <a:gridCol w="727377">
                  <a:extLst>
                    <a:ext uri="{9D8B030D-6E8A-4147-A177-3AD203B41FA5}">
                      <a16:colId xmlns:a16="http://schemas.microsoft.com/office/drawing/2014/main" val="1208239046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384177331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2943205008"/>
                    </a:ext>
                  </a:extLst>
                </a:gridCol>
                <a:gridCol w="819174">
                  <a:extLst>
                    <a:ext uri="{9D8B030D-6E8A-4147-A177-3AD203B41FA5}">
                      <a16:colId xmlns:a16="http://schemas.microsoft.com/office/drawing/2014/main" val="320085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주체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단위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통합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성능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인수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48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범위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19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3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완료기준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29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180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72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3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163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82F9E-A004-4517-B81D-1F4D0C2B7F66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B704C-0C28-4768-B7A9-473E076947C2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>
                <a:latin typeface="+mn-ea"/>
              </a:rPr>
              <a:t>Ⅳ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06F58-D83A-44F9-B86B-DE864F2030CA}"/>
              </a:ext>
            </a:extLst>
          </p:cNvPr>
          <p:cNvSpPr txBox="1"/>
          <p:nvPr/>
        </p:nvSpPr>
        <p:spPr>
          <a:xfrm>
            <a:off x="362464" y="628792"/>
            <a:ext cx="60611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ㅁ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2ACE1-C0F6-48A6-87B0-BF06A1E1941A}"/>
              </a:ext>
            </a:extLst>
          </p:cNvPr>
          <p:cNvSpPr txBox="1"/>
          <p:nvPr/>
        </p:nvSpPr>
        <p:spPr>
          <a:xfrm>
            <a:off x="362463" y="1358639"/>
            <a:ext cx="5154933" cy="416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+mn-ea"/>
              </a:rPr>
              <a:t>Ⅳ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sz="16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6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교육훈련 계획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시스템 활용성 극대화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기술이전 계획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인수인계 기간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요소기술교육지원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3)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운영이관 방안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4)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이관수행 절차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endParaRPr lang="ko-KR" altLang="en-US" sz="12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marL="342900" indent="1080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유지보수 계획</a:t>
            </a:r>
            <a:b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1) </a:t>
            </a:r>
            <a:r>
              <a:rPr lang="ko-KR" altLang="en-US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안정화 방안</a:t>
            </a:r>
            <a:b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</a:br>
            <a:r>
              <a:rPr lang="en-US" altLang="ko-KR" sz="12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	2) </a:t>
            </a:r>
            <a:endParaRPr lang="en-US" altLang="ko-KR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690114-3A11-445A-ABD6-EA9ED6FD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239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58C3AD-6CFA-48FD-981B-00C2467B9B37}"/>
              </a:ext>
            </a:extLst>
          </p:cNvPr>
          <p:cNvSpPr/>
          <p:nvPr/>
        </p:nvSpPr>
        <p:spPr>
          <a:xfrm>
            <a:off x="612313" y="2409474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교육훈련계획 검토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승인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C098D8-F944-4844-A2DB-CC9B52B50B2A}"/>
              </a:ext>
            </a:extLst>
          </p:cNvPr>
          <p:cNvSpPr/>
          <p:nvPr/>
        </p:nvSpPr>
        <p:spPr>
          <a:xfrm>
            <a:off x="850763" y="4227858"/>
            <a:ext cx="85405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교재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CC1490-4DBA-4294-81E8-16E23A5B9F9B}"/>
              </a:ext>
            </a:extLst>
          </p:cNvPr>
          <p:cNvSpPr txBox="1"/>
          <p:nvPr/>
        </p:nvSpPr>
        <p:spPr>
          <a:xfrm>
            <a:off x="573136" y="2062770"/>
            <a:ext cx="140930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j-ea"/>
                <a:ea typeface="+mj-ea"/>
              </a:rPr>
              <a:t>교육 담당자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F40747-0A53-4D15-8B7E-275472224945}"/>
              </a:ext>
            </a:extLst>
          </p:cNvPr>
          <p:cNvSpPr txBox="1"/>
          <p:nvPr/>
        </p:nvSpPr>
        <p:spPr>
          <a:xfrm>
            <a:off x="449603" y="5754266"/>
            <a:ext cx="181037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100" dirty="0">
                <a:latin typeface="+mj-ea"/>
                <a:ea typeface="+mj-ea"/>
              </a:rPr>
              <a:t>고객 관리자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0A57F-FCAD-4F3A-A0B3-9515529E5E96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교육훈련 계획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61F28-C7BB-42FF-9B6C-29B215E31AC3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705E08-E2D2-46C4-BF20-1200771F78E0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A4020B-6D02-4486-975C-70AFB88FF633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>
                <a:latin typeface="+mn-ea"/>
              </a:rPr>
              <a:t>Ⅳ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F65EBA-3A6B-4554-82C9-39135F4B9CC7}"/>
              </a:ext>
            </a:extLst>
          </p:cNvPr>
          <p:cNvSpPr txBox="1"/>
          <p:nvPr/>
        </p:nvSpPr>
        <p:spPr>
          <a:xfrm>
            <a:off x="449603" y="5348917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대상자별 교육내용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2C85F-4897-404E-B933-C7925B72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B0E8A6-7A01-4411-B994-95F1AB0D3C7C}"/>
              </a:ext>
            </a:extLst>
          </p:cNvPr>
          <p:cNvSpPr/>
          <p:nvPr/>
        </p:nvSpPr>
        <p:spPr>
          <a:xfrm>
            <a:off x="612313" y="2823547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교육훈련 준비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일정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장소 갱신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669382-EA24-41E9-BDF3-AE81C49283F1}"/>
              </a:ext>
            </a:extLst>
          </p:cNvPr>
          <p:cNvSpPr/>
          <p:nvPr/>
        </p:nvSpPr>
        <p:spPr>
          <a:xfrm>
            <a:off x="612313" y="3239746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과정별 교육대상자 선정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87BD270-C606-49E1-A383-34D2BB27574F}"/>
              </a:ext>
            </a:extLst>
          </p:cNvPr>
          <p:cNvSpPr/>
          <p:nvPr/>
        </p:nvSpPr>
        <p:spPr>
          <a:xfrm>
            <a:off x="3529138" y="2409474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E68C5B-74D3-4CD8-9C02-2236E7982740}"/>
              </a:ext>
            </a:extLst>
          </p:cNvPr>
          <p:cNvSpPr txBox="1"/>
          <p:nvPr/>
        </p:nvSpPr>
        <p:spPr>
          <a:xfrm>
            <a:off x="3489961" y="2062770"/>
            <a:ext cx="140930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j-ea"/>
                <a:ea typeface="+mj-ea"/>
              </a:rPr>
              <a:t>대상직원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F5333D-CE66-4D4A-887C-C19C5926E4CA}"/>
              </a:ext>
            </a:extLst>
          </p:cNvPr>
          <p:cNvSpPr/>
          <p:nvPr/>
        </p:nvSpPr>
        <p:spPr>
          <a:xfrm>
            <a:off x="3529138" y="2823547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6E33FB-1D6E-43D7-8EB8-F5A08BAB26E8}"/>
              </a:ext>
            </a:extLst>
          </p:cNvPr>
          <p:cNvSpPr/>
          <p:nvPr/>
        </p:nvSpPr>
        <p:spPr>
          <a:xfrm>
            <a:off x="3529138" y="3239746"/>
            <a:ext cx="232839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---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F6F5EB3-0173-4123-B129-0D735D23D33A}"/>
              </a:ext>
            </a:extLst>
          </p:cNvPr>
          <p:cNvSpPr/>
          <p:nvPr/>
        </p:nvSpPr>
        <p:spPr>
          <a:xfrm>
            <a:off x="2488243" y="4227858"/>
            <a:ext cx="85405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실행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29AB6A5-CF04-42FE-8488-767AA22D4EC1}"/>
              </a:ext>
            </a:extLst>
          </p:cNvPr>
          <p:cNvSpPr/>
          <p:nvPr/>
        </p:nvSpPr>
        <p:spPr>
          <a:xfrm>
            <a:off x="4125723" y="4227858"/>
            <a:ext cx="854050" cy="32922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피교육자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3E20EF-C6B5-43E6-966E-8E9D4AACFDC6}"/>
              </a:ext>
            </a:extLst>
          </p:cNvPr>
          <p:cNvSpPr txBox="1"/>
          <p:nvPr/>
        </p:nvSpPr>
        <p:spPr>
          <a:xfrm>
            <a:off x="449603" y="6337029"/>
            <a:ext cx="181037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00" dirty="0">
                <a:latin typeface="+mj-ea"/>
                <a:ea typeface="+mj-ea"/>
              </a:rPr>
              <a:t>Power User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785F6A-5B7D-4A21-A905-CA438CFC57A6}"/>
              </a:ext>
            </a:extLst>
          </p:cNvPr>
          <p:cNvSpPr txBox="1"/>
          <p:nvPr/>
        </p:nvSpPr>
        <p:spPr>
          <a:xfrm>
            <a:off x="449603" y="7197076"/>
            <a:ext cx="181037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100" dirty="0">
                <a:latin typeface="+mj-ea"/>
                <a:ea typeface="+mj-ea"/>
              </a:rPr>
              <a:t>운영자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9" name="화살표: 톱니 모양의 오른쪽 8">
            <a:extLst>
              <a:ext uri="{FF2B5EF4-FFF2-40B4-BE49-F238E27FC236}">
                <a16:creationId xmlns:a16="http://schemas.microsoft.com/office/drawing/2014/main" id="{EEC6FBA0-E519-4B2D-9038-04C78589B18A}"/>
              </a:ext>
            </a:extLst>
          </p:cNvPr>
          <p:cNvSpPr/>
          <p:nvPr/>
        </p:nvSpPr>
        <p:spPr>
          <a:xfrm>
            <a:off x="2805193" y="2898183"/>
            <a:ext cx="854050" cy="25459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E6C115-FB44-4F2D-9CA8-73F47B8F6714}"/>
              </a:ext>
            </a:extLst>
          </p:cNvPr>
          <p:cNvSpPr txBox="1"/>
          <p:nvPr/>
        </p:nvSpPr>
        <p:spPr>
          <a:xfrm>
            <a:off x="449603" y="1431874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시스템 활용성 극대화</a:t>
            </a:r>
          </a:p>
        </p:txBody>
      </p:sp>
    </p:spTree>
    <p:extLst>
      <p:ext uri="{BB962C8B-B14F-4D97-AF65-F5344CB8AC3E}">
        <p14:creationId xmlns:p14="http://schemas.microsoft.com/office/powerpoint/2010/main" val="141056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C0A57F-FCAD-4F3A-A0B3-9515529E5E96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기술이전 계획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61F28-C7BB-42FF-9B6C-29B215E31AC3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705E08-E2D2-46C4-BF20-1200771F78E0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A4020B-6D02-4486-975C-70AFB88FF633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>
                <a:latin typeface="+mn-ea"/>
              </a:rPr>
              <a:t>Ⅳ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2C85F-4897-404E-B933-C7925B72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754EA-2C54-4DF4-BA2B-6AF7EF718B61}"/>
              </a:ext>
            </a:extLst>
          </p:cNvPr>
          <p:cNvSpPr txBox="1"/>
          <p:nvPr/>
        </p:nvSpPr>
        <p:spPr>
          <a:xfrm>
            <a:off x="449603" y="1431874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인수인계 기간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86876C-0966-4A42-A0E2-F9297DE9788E}"/>
              </a:ext>
            </a:extLst>
          </p:cNvPr>
          <p:cNvSpPr txBox="1"/>
          <p:nvPr/>
        </p:nvSpPr>
        <p:spPr>
          <a:xfrm>
            <a:off x="449603" y="3100377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요소기술 교육지원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59B622-0F77-4069-A868-8090070DC625}"/>
              </a:ext>
            </a:extLst>
          </p:cNvPr>
          <p:cNvSpPr txBox="1"/>
          <p:nvPr/>
        </p:nvSpPr>
        <p:spPr>
          <a:xfrm>
            <a:off x="449603" y="5134382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운영이관 방안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B6CDF2-1BD1-4E15-AA90-BE4C41BA63C5}"/>
              </a:ext>
            </a:extLst>
          </p:cNvPr>
          <p:cNvSpPr txBox="1"/>
          <p:nvPr/>
        </p:nvSpPr>
        <p:spPr>
          <a:xfrm>
            <a:off x="449603" y="7310486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이관수행 절차</a:t>
            </a:r>
          </a:p>
        </p:txBody>
      </p:sp>
    </p:spTree>
    <p:extLst>
      <p:ext uri="{BB962C8B-B14F-4D97-AF65-F5344CB8AC3E}">
        <p14:creationId xmlns:p14="http://schemas.microsoft.com/office/powerpoint/2010/main" val="347896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C0A57F-FCAD-4F3A-A0B3-9515529E5E96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유지보수 계획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61F28-C7BB-42FF-9B6C-29B215E31AC3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705E08-E2D2-46C4-BF20-1200771F78E0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A4020B-6D02-4486-975C-70AFB88FF633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>
                <a:latin typeface="+mn-ea"/>
              </a:rPr>
              <a:t>Ⅳ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2C85F-4897-404E-B933-C7925B72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78025-2875-49EC-B353-1E77119E3328}"/>
              </a:ext>
            </a:extLst>
          </p:cNvPr>
          <p:cNvSpPr txBox="1"/>
          <p:nvPr/>
        </p:nvSpPr>
        <p:spPr>
          <a:xfrm>
            <a:off x="449603" y="1431874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안정화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E378E-51F0-4162-B3D1-364402FA2507}"/>
              </a:ext>
            </a:extLst>
          </p:cNvPr>
          <p:cNvSpPr txBox="1"/>
          <p:nvPr/>
        </p:nvSpPr>
        <p:spPr>
          <a:xfrm>
            <a:off x="449603" y="3100377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유지보수 기준제시 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(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유상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,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무상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..)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1DCD8-BC9C-41A8-9E71-D1EE562CCD50}"/>
              </a:ext>
            </a:extLst>
          </p:cNvPr>
          <p:cNvSpPr txBox="1"/>
          <p:nvPr/>
        </p:nvSpPr>
        <p:spPr>
          <a:xfrm>
            <a:off x="449603" y="5134382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3)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유지보수 활동 종류</a:t>
            </a:r>
          </a:p>
        </p:txBody>
      </p:sp>
    </p:spTree>
    <p:extLst>
      <p:ext uri="{BB962C8B-B14F-4D97-AF65-F5344CB8AC3E}">
        <p14:creationId xmlns:p14="http://schemas.microsoft.com/office/powerpoint/2010/main" val="2953417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C0A57F-FCAD-4F3A-A0B3-9515529E5E96}"/>
              </a:ext>
            </a:extLst>
          </p:cNvPr>
          <p:cNvSpPr txBox="1"/>
          <p:nvPr/>
        </p:nvSpPr>
        <p:spPr>
          <a:xfrm>
            <a:off x="362465" y="628792"/>
            <a:ext cx="606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4.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시스템 운영 계획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61F28-C7BB-42FF-9B6C-29B215E31AC3}"/>
              </a:ext>
            </a:extLst>
          </p:cNvPr>
          <p:cNvSpPr txBox="1"/>
          <p:nvPr/>
        </p:nvSpPr>
        <p:spPr>
          <a:xfrm>
            <a:off x="4979773" y="294933"/>
            <a:ext cx="1515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경로표시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705E08-E2D2-46C4-BF20-1200771F78E0}"/>
              </a:ext>
            </a:extLst>
          </p:cNvPr>
          <p:cNvSpPr txBox="1"/>
          <p:nvPr/>
        </p:nvSpPr>
        <p:spPr>
          <a:xfrm>
            <a:off x="362464" y="936569"/>
            <a:ext cx="6063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핵심내용 정리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A4020B-6D02-4486-975C-70AFB88FF633}"/>
              </a:ext>
            </a:extLst>
          </p:cNvPr>
          <p:cNvSpPr txBox="1"/>
          <p:nvPr/>
        </p:nvSpPr>
        <p:spPr>
          <a:xfrm>
            <a:off x="362465" y="271850"/>
            <a:ext cx="312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>
                <a:latin typeface="+mn-ea"/>
              </a:rPr>
              <a:t>Ⅳ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지원 부문</a:t>
            </a:r>
            <a:endParaRPr lang="en-US" altLang="ko-KR" sz="11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2C85F-4897-404E-B933-C7925B72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78025-2875-49EC-B353-1E77119E3328}"/>
              </a:ext>
            </a:extLst>
          </p:cNvPr>
          <p:cNvSpPr txBox="1"/>
          <p:nvPr/>
        </p:nvSpPr>
        <p:spPr>
          <a:xfrm>
            <a:off x="449603" y="1431874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1)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운영이관 통한 유지보수 역량전수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E378E-51F0-4162-B3D1-364402FA2507}"/>
              </a:ext>
            </a:extLst>
          </p:cNvPr>
          <p:cNvSpPr txBox="1"/>
          <p:nvPr/>
        </p:nvSpPr>
        <p:spPr>
          <a:xfrm>
            <a:off x="449603" y="3100377"/>
            <a:ext cx="57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2)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 유지보수 기준제시 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(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유상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, </a:t>
            </a:r>
            <a:r>
              <a:rPr lang="ko-KR" altLang="en-US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무상</a:t>
            </a:r>
            <a:r>
              <a:rPr lang="en-US" altLang="ko-KR" sz="1400" dirty="0"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..)</a:t>
            </a:r>
            <a:endParaRPr lang="ko-KR" altLang="en-US" sz="1400" dirty="0"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439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72FBE-B8C5-4D2C-A320-A59444BC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7007578"/>
            <a:ext cx="5915025" cy="1914702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DF39C-1C22-47A6-B581-78333866D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463195"/>
            <a:ext cx="5915025" cy="628526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6FA73-3470-4055-83D2-47DC2B3D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0ECE4-955E-48C7-BC5D-6BEC9A4BCE8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8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1327</TotalTime>
  <Words>1516</Words>
  <Application>Microsoft Office PowerPoint</Application>
  <PresentationFormat>A4 용지(210x297mm)</PresentationFormat>
  <Paragraphs>576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MS UI Gothic</vt:lpstr>
      <vt:lpstr>맑은 고딕</vt:lpstr>
      <vt:lpstr>서울남산체 B</vt:lpstr>
      <vt:lpstr>서울남산체 M</vt:lpstr>
      <vt:lpstr>한컴 윤고딕 230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Jaehoon Jang</dc:creator>
  <cp:lastModifiedBy>Jaehoon Jang</cp:lastModifiedBy>
  <cp:revision>3</cp:revision>
  <dcterms:created xsi:type="dcterms:W3CDTF">2021-10-04T10:12:29Z</dcterms:created>
  <dcterms:modified xsi:type="dcterms:W3CDTF">2021-12-06T08:59:35Z</dcterms:modified>
</cp:coreProperties>
</file>