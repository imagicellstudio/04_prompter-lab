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58" r:id="rId4"/>
    <p:sldId id="257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3F5B"/>
    <a:srgbClr val="3C3B4B"/>
    <a:srgbClr val="A5B1ED"/>
    <a:srgbClr val="8C9BE8"/>
    <a:srgbClr val="F7F9FF"/>
    <a:srgbClr val="EFF4FF"/>
    <a:srgbClr val="5B6B9F"/>
    <a:srgbClr val="5774B5"/>
    <a:srgbClr val="3F6DBF"/>
    <a:srgbClr val="5375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12" y="7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ehoon Jang" userId="966c597570e402b5" providerId="LiveId" clId="{6F559F0B-0B20-4437-A439-7F448F29E779}"/>
    <pc:docChg chg="modSld">
      <pc:chgData name="Jaehoon Jang" userId="966c597570e402b5" providerId="LiveId" clId="{6F559F0B-0B20-4437-A439-7F448F29E779}" dt="2025-03-20T01:10:06.284" v="26" actId="2711"/>
      <pc:docMkLst>
        <pc:docMk/>
      </pc:docMkLst>
      <pc:sldChg chg="modSp mod">
        <pc:chgData name="Jaehoon Jang" userId="966c597570e402b5" providerId="LiveId" clId="{6F559F0B-0B20-4437-A439-7F448F29E779}" dt="2025-03-20T01:05:45.736" v="7" actId="207"/>
        <pc:sldMkLst>
          <pc:docMk/>
          <pc:sldMk cId="1428536214" sldId="257"/>
        </pc:sldMkLst>
        <pc:spChg chg="mod">
          <ac:chgData name="Jaehoon Jang" userId="966c597570e402b5" providerId="LiveId" clId="{6F559F0B-0B20-4437-A439-7F448F29E779}" dt="2025-03-20T01:05:20.193" v="5" actId="207"/>
          <ac:spMkLst>
            <pc:docMk/>
            <pc:sldMk cId="1428536214" sldId="257"/>
            <ac:spMk id="4" creationId="{38558344-51BA-46AE-BB33-E897D8077860}"/>
          </ac:spMkLst>
        </pc:spChg>
        <pc:spChg chg="mod">
          <ac:chgData name="Jaehoon Jang" userId="966c597570e402b5" providerId="LiveId" clId="{6F559F0B-0B20-4437-A439-7F448F29E779}" dt="2025-03-20T01:05:16.317" v="4" actId="207"/>
          <ac:spMkLst>
            <pc:docMk/>
            <pc:sldMk cId="1428536214" sldId="257"/>
            <ac:spMk id="5" creationId="{A405B0FD-3CE7-4B33-8B0B-63FF99E4E908}"/>
          </ac:spMkLst>
        </pc:spChg>
        <pc:spChg chg="mod">
          <ac:chgData name="Jaehoon Jang" userId="966c597570e402b5" providerId="LiveId" clId="{6F559F0B-0B20-4437-A439-7F448F29E779}" dt="2025-03-20T01:05:45.736" v="7" actId="207"/>
          <ac:spMkLst>
            <pc:docMk/>
            <pc:sldMk cId="1428536214" sldId="257"/>
            <ac:spMk id="6" creationId="{F17FD2E1-4276-42D3-A50F-ADFEF63D7039}"/>
          </ac:spMkLst>
        </pc:spChg>
        <pc:spChg chg="mod">
          <ac:chgData name="Jaehoon Jang" userId="966c597570e402b5" providerId="LiveId" clId="{6F559F0B-0B20-4437-A439-7F448F29E779}" dt="2025-03-20T01:05:16.317" v="4" actId="207"/>
          <ac:spMkLst>
            <pc:docMk/>
            <pc:sldMk cId="1428536214" sldId="257"/>
            <ac:spMk id="9" creationId="{A305BFDE-0913-4B4C-9BE1-DEEE4A0FCDAD}"/>
          </ac:spMkLst>
        </pc:spChg>
      </pc:sldChg>
      <pc:sldChg chg="modSp mod">
        <pc:chgData name="Jaehoon Jang" userId="966c597570e402b5" providerId="LiveId" clId="{6F559F0B-0B20-4437-A439-7F448F29E779}" dt="2025-03-20T01:05:11.976" v="3" actId="207"/>
        <pc:sldMkLst>
          <pc:docMk/>
          <pc:sldMk cId="2970340476" sldId="258"/>
        </pc:sldMkLst>
        <pc:spChg chg="mod">
          <ac:chgData name="Jaehoon Jang" userId="966c597570e402b5" providerId="LiveId" clId="{6F559F0B-0B20-4437-A439-7F448F29E779}" dt="2025-03-20T01:05:11.976" v="3" actId="207"/>
          <ac:spMkLst>
            <pc:docMk/>
            <pc:sldMk cId="2970340476" sldId="258"/>
            <ac:spMk id="5" creationId="{A405B0FD-3CE7-4B33-8B0B-63FF99E4E908}"/>
          </ac:spMkLst>
        </pc:spChg>
        <pc:spChg chg="mod">
          <ac:chgData name="Jaehoon Jang" userId="966c597570e402b5" providerId="LiveId" clId="{6F559F0B-0B20-4437-A439-7F448F29E779}" dt="2025-03-20T01:05:11.976" v="3" actId="207"/>
          <ac:spMkLst>
            <pc:docMk/>
            <pc:sldMk cId="2970340476" sldId="258"/>
            <ac:spMk id="9" creationId="{A305BFDE-0913-4B4C-9BE1-DEEE4A0FCDAD}"/>
          </ac:spMkLst>
        </pc:spChg>
      </pc:sldChg>
      <pc:sldChg chg="modSp mod">
        <pc:chgData name="Jaehoon Jang" userId="966c597570e402b5" providerId="LiveId" clId="{6F559F0B-0B20-4437-A439-7F448F29E779}" dt="2025-03-20T01:10:06.284" v="26" actId="2711"/>
        <pc:sldMkLst>
          <pc:docMk/>
          <pc:sldMk cId="515062408" sldId="259"/>
        </pc:sldMkLst>
        <pc:spChg chg="mod">
          <ac:chgData name="Jaehoon Jang" userId="966c597570e402b5" providerId="LiveId" clId="{6F559F0B-0B20-4437-A439-7F448F29E779}" dt="2025-03-20T01:05:05.375" v="2" actId="207"/>
          <ac:spMkLst>
            <pc:docMk/>
            <pc:sldMk cId="515062408" sldId="259"/>
            <ac:spMk id="5" creationId="{A405B0FD-3CE7-4B33-8B0B-63FF99E4E908}"/>
          </ac:spMkLst>
        </pc:spChg>
        <pc:spChg chg="mod">
          <ac:chgData name="Jaehoon Jang" userId="966c597570e402b5" providerId="LiveId" clId="{6F559F0B-0B20-4437-A439-7F448F29E779}" dt="2025-03-20T01:05:52.170" v="8" actId="207"/>
          <ac:spMkLst>
            <pc:docMk/>
            <pc:sldMk cId="515062408" sldId="259"/>
            <ac:spMk id="6" creationId="{F17FD2E1-4276-42D3-A50F-ADFEF63D7039}"/>
          </ac:spMkLst>
        </pc:spChg>
        <pc:spChg chg="mod">
          <ac:chgData name="Jaehoon Jang" userId="966c597570e402b5" providerId="LiveId" clId="{6F559F0B-0B20-4437-A439-7F448F29E779}" dt="2025-03-20T01:10:06.284" v="26" actId="2711"/>
          <ac:spMkLst>
            <pc:docMk/>
            <pc:sldMk cId="515062408" sldId="259"/>
            <ac:spMk id="7" creationId="{1D27B92D-7714-4ED0-A394-303B333705CC}"/>
          </ac:spMkLst>
        </pc:spChg>
        <pc:spChg chg="mod">
          <ac:chgData name="Jaehoon Jang" userId="966c597570e402b5" providerId="LiveId" clId="{6F559F0B-0B20-4437-A439-7F448F29E779}" dt="2025-03-20T01:08:34.218" v="23" actId="403"/>
          <ac:spMkLst>
            <pc:docMk/>
            <pc:sldMk cId="515062408" sldId="259"/>
            <ac:spMk id="8" creationId="{50F895F6-3D04-4A29-BB08-5FE59F7B4EB7}"/>
          </ac:spMkLst>
        </pc:spChg>
        <pc:spChg chg="mod">
          <ac:chgData name="Jaehoon Jang" userId="966c597570e402b5" providerId="LiveId" clId="{6F559F0B-0B20-4437-A439-7F448F29E779}" dt="2025-03-20T01:05:05.375" v="2" actId="207"/>
          <ac:spMkLst>
            <pc:docMk/>
            <pc:sldMk cId="515062408" sldId="259"/>
            <ac:spMk id="9" creationId="{A305BFDE-0913-4B4C-9BE1-DEEE4A0FCDAD}"/>
          </ac:spMkLst>
        </pc:spChg>
        <pc:spChg chg="mod">
          <ac:chgData name="Jaehoon Jang" userId="966c597570e402b5" providerId="LiveId" clId="{6F559F0B-0B20-4437-A439-7F448F29E779}" dt="2025-03-20T01:05:05.375" v="2" actId="207"/>
          <ac:spMkLst>
            <pc:docMk/>
            <pc:sldMk cId="515062408" sldId="259"/>
            <ac:spMk id="16" creationId="{F2B381DC-2855-4AC6-9B49-83C6FD76AF5A}"/>
          </ac:spMkLst>
        </pc:spChg>
        <pc:spChg chg="mod">
          <ac:chgData name="Jaehoon Jang" userId="966c597570e402b5" providerId="LiveId" clId="{6F559F0B-0B20-4437-A439-7F448F29E779}" dt="2025-03-20T01:05:05.375" v="2" actId="207"/>
          <ac:spMkLst>
            <pc:docMk/>
            <pc:sldMk cId="515062408" sldId="259"/>
            <ac:spMk id="21" creationId="{98BBE307-4E41-4D60-A0BD-5254F20B09C4}"/>
          </ac:spMkLst>
        </pc:spChg>
        <pc:spChg chg="mod">
          <ac:chgData name="Jaehoon Jang" userId="966c597570e402b5" providerId="LiveId" clId="{6F559F0B-0B20-4437-A439-7F448F29E779}" dt="2025-03-20T01:05:05.375" v="2" actId="207"/>
          <ac:spMkLst>
            <pc:docMk/>
            <pc:sldMk cId="515062408" sldId="259"/>
            <ac:spMk id="26" creationId="{9BDA7F0E-162F-4689-B594-12AEFB6112EE}"/>
          </ac:spMkLst>
        </pc:spChg>
        <pc:spChg chg="mod">
          <ac:chgData name="Jaehoon Jang" userId="966c597570e402b5" providerId="LiveId" clId="{6F559F0B-0B20-4437-A439-7F448F29E779}" dt="2025-03-20T01:05:05.375" v="2" actId="207"/>
          <ac:spMkLst>
            <pc:docMk/>
            <pc:sldMk cId="515062408" sldId="259"/>
            <ac:spMk id="31" creationId="{6EFBD9A4-F5D4-4033-B506-6C36D5EF3A2A}"/>
          </ac:spMkLst>
        </pc:spChg>
        <pc:spChg chg="mod">
          <ac:chgData name="Jaehoon Jang" userId="966c597570e402b5" providerId="LiveId" clId="{6F559F0B-0B20-4437-A439-7F448F29E779}" dt="2025-03-20T01:06:31.636" v="10" actId="207"/>
          <ac:spMkLst>
            <pc:docMk/>
            <pc:sldMk cId="515062408" sldId="259"/>
            <ac:spMk id="36" creationId="{D95EAB78-54EC-42EB-B010-7C25D3CC8D29}"/>
          </ac:spMkLst>
        </pc:spChg>
        <pc:spChg chg="mod">
          <ac:chgData name="Jaehoon Jang" userId="966c597570e402b5" providerId="LiveId" clId="{6F559F0B-0B20-4437-A439-7F448F29E779}" dt="2025-03-20T01:08:16.608" v="20" actId="403"/>
          <ac:spMkLst>
            <pc:docMk/>
            <pc:sldMk cId="515062408" sldId="259"/>
            <ac:spMk id="37" creationId="{117BEC01-EE99-48EE-B113-8E55E5F8DCE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9F711A-4AA2-4389-BAAE-0528483F919C}" type="datetimeFigureOut">
              <a:rPr lang="ko-KR" altLang="en-US" smtClean="0"/>
              <a:t>2025-03-20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DC8EA3-AF81-479B-BB50-F50EE26855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644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426D61-0108-4D86-9D8C-608091CCA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12C45-C7F5-41B0-9D1B-227BBA0D5802}" type="datetimeFigureOut">
              <a:rPr lang="ko-KR" altLang="en-US" smtClean="0"/>
              <a:t>2025-03-20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3A5845-8EFC-49B1-81FE-E226CE90B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70EF23-6309-44F6-BA56-FA1C6A6BD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86FF-6054-4EED-B146-D7732C61D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9014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AA39AC-92D6-4ECE-A761-8D665DD89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119FB4-FD34-4D39-B608-A766F6FC5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96596C-7B58-4FC4-85B4-5D994A497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12C45-C7F5-41B0-9D1B-227BBA0D5802}" type="datetimeFigureOut">
              <a:rPr lang="ko-KR" altLang="en-US" smtClean="0"/>
              <a:t>2025-03-20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CE6A52-073D-43B8-B78E-C733148CC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FCE517-88B1-4C1A-AC4B-E7E47B5F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86FF-6054-4EED-B146-D7732C61D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6543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2D89B2-1D92-43E1-AB54-2A626C66A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5B199F-D5AC-46C3-B176-67E2BE444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7628A0-F930-4B18-ADC4-1C41C50FC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12C45-C7F5-41B0-9D1B-227BBA0D5802}" type="datetimeFigureOut">
              <a:rPr lang="ko-KR" altLang="en-US" smtClean="0"/>
              <a:t>2025-03-20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EB43DC-70AB-4177-8C54-7CFEC2C4C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33293C-101D-4BFA-B38E-25DCC385F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86FF-6054-4EED-B146-D7732C61D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994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8D302-52BF-461E-9483-8ED512C97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A7B899-D918-4575-8C18-E5D85B6753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113886-3F82-4B80-84B9-8A53A913F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7635F1-151D-44B4-BED4-009B77D84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12C45-C7F5-41B0-9D1B-227BBA0D5802}" type="datetimeFigureOut">
              <a:rPr lang="ko-KR" altLang="en-US" smtClean="0"/>
              <a:t>2025-03-20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6E1390-21A9-4665-A35A-488A88751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33B05C-FD60-45A5-9DE8-613D9AFDB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86FF-6054-4EED-B146-D7732C61D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36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CD9BF3-45A3-45D3-AE84-B8C250213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BBBC10-6AEF-476C-B5AE-298284AEB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EF1600-F8AB-49A4-BDB4-4B9780837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ED5590B-BFB7-4FDB-9D84-3CEA151182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4238316-288C-4329-A512-4D721D32A3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CB63DB-0ABF-4925-81A3-18AA5038B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12C45-C7F5-41B0-9D1B-227BBA0D5802}" type="datetimeFigureOut">
              <a:rPr lang="ko-KR" altLang="en-US" smtClean="0"/>
              <a:t>2025-03-20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8B468B0-09A6-42A4-983A-4D9CF08AD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BDDB5B-5524-4560-B66B-E7F6DC565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86FF-6054-4EED-B146-D7732C61D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4729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D4E519-79C4-4382-A309-17F173EE2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00C7450-D008-4310-BB8E-322E985FC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12C45-C7F5-41B0-9D1B-227BBA0D5802}" type="datetimeFigureOut">
              <a:rPr lang="ko-KR" altLang="en-US" smtClean="0"/>
              <a:t>2025-03-20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A282B0A-6B55-4DE4-8C2C-C3BA1B41D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D103D43-D90B-46DE-9546-5C4619584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86FF-6054-4EED-B146-D7732C61D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675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A96C54-E9F5-4B7F-9E18-6BF79C02C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12C45-C7F5-41B0-9D1B-227BBA0D5802}" type="datetimeFigureOut">
              <a:rPr lang="ko-KR" altLang="en-US" smtClean="0"/>
              <a:t>2025-03-20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8FFE768-B463-4062-AF2B-430F4D91A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58B4DF-B7D0-4652-A85A-D134C165D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86FF-6054-4EED-B146-D7732C61D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7258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37D54F-35C3-4469-998C-3259A4154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F844E0-AAF3-47C7-8EC3-F85DB247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65F014A-9F50-4EB2-9430-1E73A6CC9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EF444F-837E-41A1-ADB7-A2FCD8F44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12C45-C7F5-41B0-9D1B-227BBA0D5802}" type="datetimeFigureOut">
              <a:rPr lang="ko-KR" altLang="en-US" smtClean="0"/>
              <a:t>2025-03-20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8237C6-654D-4813-9562-5C68EA851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67656A-EB62-4C25-872A-D0A653655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86FF-6054-4EED-B146-D7732C61D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2363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454632-F596-47F2-9270-6A5CA60EE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6695D88-CDA8-4090-8C1B-6B5E44E0BA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B622E18-27B1-45C7-BAB6-7325EE4E3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CE1095-FB0A-4951-B01B-9BD4733ED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12C45-C7F5-41B0-9D1B-227BBA0D5802}" type="datetimeFigureOut">
              <a:rPr lang="ko-KR" altLang="en-US" smtClean="0"/>
              <a:t>2025-03-20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CDB16F-07E6-42A7-9FCF-8EB60929A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62CE1E7-6560-4F6A-A620-0012486D0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86FF-6054-4EED-B146-D7732C61D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7005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61408D-D09A-470C-B09B-8B61E9F92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F6D813-A04E-4006-9344-9B3F27E7D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E8AB27-6837-4BBB-8E51-802458A50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12C45-C7F5-41B0-9D1B-227BBA0D5802}" type="datetimeFigureOut">
              <a:rPr lang="ko-KR" altLang="en-US" smtClean="0"/>
              <a:t>2025-03-20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0CFCEC-E062-4426-8C0D-94110E944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321755-81BC-4EA9-84DF-51C5E0E2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86FF-6054-4EED-B146-D7732C61D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67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9CB84B2-D080-4BDA-BDD9-20988D4A54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004C9C-4CDE-4AEB-A85E-045DECBAB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BE97DE-EBBC-4D44-9655-11B2AE9F2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12C45-C7F5-41B0-9D1B-227BBA0D5802}" type="datetimeFigureOut">
              <a:rPr lang="ko-KR" altLang="en-US" smtClean="0"/>
              <a:t>2025-03-20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235688-1C4F-496A-9B4E-37072B367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1B7F50-8E72-49BD-A8B5-29A1E77EC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86FF-6054-4EED-B146-D7732C61D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4859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F760D3-70A5-4CC5-8E60-3A4BE3CE02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12C45-C7F5-41B0-9D1B-227BBA0D5802}" type="datetimeFigureOut">
              <a:rPr lang="ko-KR" altLang="en-US" smtClean="0"/>
              <a:t>2025-03-20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8F00C3-6869-4F7B-A142-76F4DB35B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A03A4B-BAE8-4B84-96C4-A5961CBAD1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286FF-6054-4EED-B146-D7732C61D63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D6575D7-1C15-4144-8AFD-B28BCB40E170}"/>
              </a:ext>
            </a:extLst>
          </p:cNvPr>
          <p:cNvSpPr/>
          <p:nvPr userDrawn="1"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rgbClr val="12004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02463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E3902C3-ADDA-40C7-97B2-A446302AFCF9}"/>
              </a:ext>
            </a:extLst>
          </p:cNvPr>
          <p:cNvSpPr/>
          <p:nvPr/>
        </p:nvSpPr>
        <p:spPr>
          <a:xfrm>
            <a:off x="3344545" y="3072130"/>
            <a:ext cx="331469" cy="10191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FB3930-29A4-4273-8D55-FB7A594DEB14}"/>
              </a:ext>
            </a:extLst>
          </p:cNvPr>
          <p:cNvSpPr/>
          <p:nvPr/>
        </p:nvSpPr>
        <p:spPr>
          <a:xfrm>
            <a:off x="3744595" y="3256915"/>
            <a:ext cx="495300" cy="66103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CC2F99-5898-4D4E-89FE-D97DE7CF0448}"/>
              </a:ext>
            </a:extLst>
          </p:cNvPr>
          <p:cNvSpPr txBox="1"/>
          <p:nvPr/>
        </p:nvSpPr>
        <p:spPr>
          <a:xfrm>
            <a:off x="4399280" y="2939850"/>
            <a:ext cx="54406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데이터진</a:t>
            </a:r>
            <a:r>
              <a:rPr lang="ko-KR" altLang="en-US" sz="7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㈜</a:t>
            </a:r>
            <a:endParaRPr lang="ko-KR" altLang="en-US" sz="80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2191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8558344-51BA-46AE-BB33-E897D8077860}"/>
              </a:ext>
            </a:extLst>
          </p:cNvPr>
          <p:cNvSpPr/>
          <p:nvPr/>
        </p:nvSpPr>
        <p:spPr>
          <a:xfrm>
            <a:off x="1115568" y="1615440"/>
            <a:ext cx="1328928" cy="341376"/>
          </a:xfrm>
          <a:prstGeom prst="rect">
            <a:avLst/>
          </a:prstGeom>
          <a:solidFill>
            <a:srgbClr val="374FC9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비전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405B0FD-3CE7-4B33-8B0B-63FF99E4E908}"/>
              </a:ext>
            </a:extLst>
          </p:cNvPr>
          <p:cNvSpPr/>
          <p:nvPr/>
        </p:nvSpPr>
        <p:spPr>
          <a:xfrm>
            <a:off x="981456" y="3326036"/>
            <a:ext cx="1036320" cy="1531559"/>
          </a:xfrm>
          <a:prstGeom prst="rect">
            <a:avLst/>
          </a:prstGeom>
          <a:solidFill>
            <a:srgbClr val="4A77DA"/>
          </a:solidFill>
          <a:ln w="3175">
            <a:solidFill>
              <a:srgbClr val="324D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추진체계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17FD2E1-4276-42D3-A50F-ADFEF63D7039}"/>
              </a:ext>
            </a:extLst>
          </p:cNvPr>
          <p:cNvSpPr/>
          <p:nvPr/>
        </p:nvSpPr>
        <p:spPr>
          <a:xfrm>
            <a:off x="1115568" y="2048891"/>
            <a:ext cx="1328928" cy="293496"/>
          </a:xfrm>
          <a:prstGeom prst="rect">
            <a:avLst/>
          </a:prstGeom>
          <a:solidFill>
            <a:srgbClr val="3F6DBF"/>
          </a:solidFill>
          <a:ln w="9525">
            <a:solidFill>
              <a:srgbClr val="3F6D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Azure</a:t>
            </a:r>
            <a:endParaRPr lang="ko-KR" altLang="en-US" sz="11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D27B92D-7714-4ED0-A394-303B333705CC}"/>
              </a:ext>
            </a:extLst>
          </p:cNvPr>
          <p:cNvSpPr/>
          <p:nvPr/>
        </p:nvSpPr>
        <p:spPr>
          <a:xfrm>
            <a:off x="2444496" y="1615440"/>
            <a:ext cx="8001000" cy="341376"/>
          </a:xfrm>
          <a:prstGeom prst="rect">
            <a:avLst/>
          </a:prstGeom>
          <a:ln w="9525">
            <a:solidFill>
              <a:srgbClr val="0C45FC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latin typeface="Helvetica 65 Medium" panose="020B0500000000000000" pitchFamily="34" charset="0"/>
                <a:ea typeface="KoPub돋움체 Bold" panose="00000800000000000000" pitchFamily="2" charset="-127"/>
              </a:rPr>
              <a:t>비전</a:t>
            </a:r>
            <a:endParaRPr lang="ko-KR" altLang="en-US" sz="2000" b="1" dirty="0">
              <a:latin typeface="Helvetica 65 Medium" panose="020B0500000000000000" pitchFamily="34" charset="0"/>
              <a:ea typeface="KoPub돋움체 Bold" panose="000008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0F895F6-3D04-4A29-BB08-5FE59F7B4EB7}"/>
              </a:ext>
            </a:extLst>
          </p:cNvPr>
          <p:cNvSpPr/>
          <p:nvPr/>
        </p:nvSpPr>
        <p:spPr>
          <a:xfrm>
            <a:off x="2444496" y="2048891"/>
            <a:ext cx="8001000" cy="293496"/>
          </a:xfrm>
          <a:prstGeom prst="rect">
            <a:avLst/>
          </a:prstGeom>
          <a:solidFill>
            <a:schemeClr val="bg1"/>
          </a:solidFill>
          <a:ln w="3175">
            <a:solidFill>
              <a:srgbClr val="3F6D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AI x band Teck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기반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Spring Framework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환경 기술 개발</a:t>
            </a:r>
          </a:p>
        </p:txBody>
      </p:sp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A305BFDE-0913-4B4C-9BE1-DEEE4A0FCDAD}"/>
              </a:ext>
            </a:extLst>
          </p:cNvPr>
          <p:cNvSpPr/>
          <p:nvPr/>
        </p:nvSpPr>
        <p:spPr>
          <a:xfrm>
            <a:off x="2109216" y="3326036"/>
            <a:ext cx="1594104" cy="346095"/>
          </a:xfrm>
          <a:prstGeom prst="round2SameRect">
            <a:avLst>
              <a:gd name="adj1" fmla="val 13144"/>
              <a:gd name="adj2" fmla="val 0"/>
            </a:avLst>
          </a:prstGeom>
          <a:solidFill>
            <a:srgbClr val="4A77DA"/>
          </a:solidFill>
          <a:ln w="3175">
            <a:solidFill>
              <a:srgbClr val="324D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n w="3175">
                  <a:noFill/>
                </a:ln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진행현황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38E0DE-E2D4-4221-AB82-87316DE70910}"/>
              </a:ext>
            </a:extLst>
          </p:cNvPr>
          <p:cNvSpPr txBox="1"/>
          <p:nvPr/>
        </p:nvSpPr>
        <p:spPr>
          <a:xfrm>
            <a:off x="3255264" y="871728"/>
            <a:ext cx="16520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latin typeface="휴먼모음T" panose="02030504000101010101" pitchFamily="18" charset="-127"/>
                <a:ea typeface="휴먼모음T" panose="02030504000101010101" pitchFamily="18" charset="-127"/>
              </a:rPr>
              <a:t>선제적 투입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C51799-E36F-47FC-BCC6-6324652836F1}"/>
              </a:ext>
            </a:extLst>
          </p:cNvPr>
          <p:cNvSpPr txBox="1"/>
          <p:nvPr/>
        </p:nvSpPr>
        <p:spPr>
          <a:xfrm>
            <a:off x="5269992" y="871728"/>
            <a:ext cx="16520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latin typeface="서울남산 장체 B" panose="02020503020101020101" pitchFamily="18" charset="-127"/>
                <a:ea typeface="서울남산 장체 B" panose="02020503020101020101" pitchFamily="18" charset="-127"/>
              </a:rPr>
              <a:t>선제적 투입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893467-1970-4F61-B80F-B64479AEAA1D}"/>
              </a:ext>
            </a:extLst>
          </p:cNvPr>
          <p:cNvSpPr txBox="1"/>
          <p:nvPr/>
        </p:nvSpPr>
        <p:spPr>
          <a:xfrm>
            <a:off x="6982968" y="751142"/>
            <a:ext cx="314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n w="12700">
                  <a:solidFill>
                    <a:srgbClr val="3535CF"/>
                  </a:solidFill>
                </a:ln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선제적 투입시점</a:t>
            </a:r>
          </a:p>
        </p:txBody>
      </p:sp>
      <p:sp>
        <p:nvSpPr>
          <p:cNvPr id="12" name="사각형: 둥근 위쪽 모서리 11">
            <a:extLst>
              <a:ext uri="{FF2B5EF4-FFF2-40B4-BE49-F238E27FC236}">
                <a16:creationId xmlns:a16="http://schemas.microsoft.com/office/drawing/2014/main" id="{5DDA6B88-351B-4B68-AFE7-EE4954D0D0CA}"/>
              </a:ext>
            </a:extLst>
          </p:cNvPr>
          <p:cNvSpPr/>
          <p:nvPr/>
        </p:nvSpPr>
        <p:spPr>
          <a:xfrm>
            <a:off x="2109216" y="3728373"/>
            <a:ext cx="1594104" cy="240124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FFCFF"/>
          </a:solidFill>
          <a:ln w="3175">
            <a:solidFill>
              <a:srgbClr val="324D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진행현황</a:t>
            </a:r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788DF958-97FB-4D96-BDCD-C387279D45B1}"/>
              </a:ext>
            </a:extLst>
          </p:cNvPr>
          <p:cNvSpPr/>
          <p:nvPr/>
        </p:nvSpPr>
        <p:spPr>
          <a:xfrm>
            <a:off x="2109216" y="4024739"/>
            <a:ext cx="1594104" cy="240124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FFCFF"/>
          </a:solidFill>
          <a:ln w="3175">
            <a:solidFill>
              <a:srgbClr val="324D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진행현황</a:t>
            </a:r>
          </a:p>
        </p:txBody>
      </p:sp>
      <p:sp>
        <p:nvSpPr>
          <p:cNvPr id="14" name="사각형: 둥근 위쪽 모서리 13">
            <a:extLst>
              <a:ext uri="{FF2B5EF4-FFF2-40B4-BE49-F238E27FC236}">
                <a16:creationId xmlns:a16="http://schemas.microsoft.com/office/drawing/2014/main" id="{781F89C3-891E-4266-9A00-8C2286E8FBE5}"/>
              </a:ext>
            </a:extLst>
          </p:cNvPr>
          <p:cNvSpPr/>
          <p:nvPr/>
        </p:nvSpPr>
        <p:spPr>
          <a:xfrm>
            <a:off x="2109216" y="4321105"/>
            <a:ext cx="1594104" cy="240124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FFCFF"/>
          </a:solidFill>
          <a:ln w="3175">
            <a:solidFill>
              <a:srgbClr val="324D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진행현황</a:t>
            </a:r>
          </a:p>
        </p:txBody>
      </p:sp>
      <p:sp>
        <p:nvSpPr>
          <p:cNvPr id="15" name="사각형: 둥근 위쪽 모서리 14">
            <a:extLst>
              <a:ext uri="{FF2B5EF4-FFF2-40B4-BE49-F238E27FC236}">
                <a16:creationId xmlns:a16="http://schemas.microsoft.com/office/drawing/2014/main" id="{C0ADFBF9-25B7-4AD8-89F7-F9FF7AFCCB4D}"/>
              </a:ext>
            </a:extLst>
          </p:cNvPr>
          <p:cNvSpPr/>
          <p:nvPr/>
        </p:nvSpPr>
        <p:spPr>
          <a:xfrm>
            <a:off x="2109216" y="4617471"/>
            <a:ext cx="1594104" cy="240124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FFCFF"/>
          </a:solidFill>
          <a:ln w="3175">
            <a:solidFill>
              <a:srgbClr val="324D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진행현황</a:t>
            </a:r>
          </a:p>
        </p:txBody>
      </p:sp>
      <p:sp>
        <p:nvSpPr>
          <p:cNvPr id="16" name="사각형: 둥근 위쪽 모서리 15">
            <a:extLst>
              <a:ext uri="{FF2B5EF4-FFF2-40B4-BE49-F238E27FC236}">
                <a16:creationId xmlns:a16="http://schemas.microsoft.com/office/drawing/2014/main" id="{F2B381DC-2855-4AC6-9B49-83C6FD76AF5A}"/>
              </a:ext>
            </a:extLst>
          </p:cNvPr>
          <p:cNvSpPr/>
          <p:nvPr/>
        </p:nvSpPr>
        <p:spPr>
          <a:xfrm>
            <a:off x="3794760" y="3326036"/>
            <a:ext cx="1594104" cy="346095"/>
          </a:xfrm>
          <a:prstGeom prst="round2SameRect">
            <a:avLst>
              <a:gd name="adj1" fmla="val 13144"/>
              <a:gd name="adj2" fmla="val 0"/>
            </a:avLst>
          </a:prstGeom>
          <a:solidFill>
            <a:srgbClr val="4A77DA"/>
          </a:solidFill>
          <a:ln w="3175">
            <a:solidFill>
              <a:srgbClr val="324D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n w="3175">
                  <a:noFill/>
                </a:ln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진행현황</a:t>
            </a:r>
          </a:p>
        </p:txBody>
      </p:sp>
      <p:sp>
        <p:nvSpPr>
          <p:cNvPr id="17" name="사각형: 둥근 위쪽 모서리 16">
            <a:extLst>
              <a:ext uri="{FF2B5EF4-FFF2-40B4-BE49-F238E27FC236}">
                <a16:creationId xmlns:a16="http://schemas.microsoft.com/office/drawing/2014/main" id="{84034FEC-8753-4CAD-9BC9-59DBF20FFFE1}"/>
              </a:ext>
            </a:extLst>
          </p:cNvPr>
          <p:cNvSpPr/>
          <p:nvPr/>
        </p:nvSpPr>
        <p:spPr>
          <a:xfrm>
            <a:off x="3794760" y="3728373"/>
            <a:ext cx="1594104" cy="240124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FFCFF"/>
          </a:solidFill>
          <a:ln w="3175">
            <a:solidFill>
              <a:srgbClr val="324D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진행현황</a:t>
            </a:r>
          </a:p>
        </p:txBody>
      </p:sp>
      <p:sp>
        <p:nvSpPr>
          <p:cNvPr id="18" name="사각형: 둥근 위쪽 모서리 17">
            <a:extLst>
              <a:ext uri="{FF2B5EF4-FFF2-40B4-BE49-F238E27FC236}">
                <a16:creationId xmlns:a16="http://schemas.microsoft.com/office/drawing/2014/main" id="{9FAC224C-C8F7-4CF9-8479-932BA2E0EDE0}"/>
              </a:ext>
            </a:extLst>
          </p:cNvPr>
          <p:cNvSpPr/>
          <p:nvPr/>
        </p:nvSpPr>
        <p:spPr>
          <a:xfrm>
            <a:off x="3794760" y="4024739"/>
            <a:ext cx="1594104" cy="240124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FFCFF"/>
          </a:solidFill>
          <a:ln w="3175">
            <a:solidFill>
              <a:srgbClr val="324D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진행현황</a:t>
            </a:r>
          </a:p>
        </p:txBody>
      </p:sp>
      <p:sp>
        <p:nvSpPr>
          <p:cNvPr id="19" name="사각형: 둥근 위쪽 모서리 18">
            <a:extLst>
              <a:ext uri="{FF2B5EF4-FFF2-40B4-BE49-F238E27FC236}">
                <a16:creationId xmlns:a16="http://schemas.microsoft.com/office/drawing/2014/main" id="{A9DEFC92-E850-497C-8790-AFEABC7F05C2}"/>
              </a:ext>
            </a:extLst>
          </p:cNvPr>
          <p:cNvSpPr/>
          <p:nvPr/>
        </p:nvSpPr>
        <p:spPr>
          <a:xfrm>
            <a:off x="3794760" y="4321105"/>
            <a:ext cx="1594104" cy="240124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FFCFF"/>
          </a:solidFill>
          <a:ln w="3175">
            <a:solidFill>
              <a:srgbClr val="324D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진행현황</a:t>
            </a:r>
          </a:p>
        </p:txBody>
      </p:sp>
      <p:sp>
        <p:nvSpPr>
          <p:cNvPr id="20" name="사각형: 둥근 위쪽 모서리 19">
            <a:extLst>
              <a:ext uri="{FF2B5EF4-FFF2-40B4-BE49-F238E27FC236}">
                <a16:creationId xmlns:a16="http://schemas.microsoft.com/office/drawing/2014/main" id="{D10F1F14-C9D4-49F1-8486-EBB4ADCDA3DF}"/>
              </a:ext>
            </a:extLst>
          </p:cNvPr>
          <p:cNvSpPr/>
          <p:nvPr/>
        </p:nvSpPr>
        <p:spPr>
          <a:xfrm>
            <a:off x="3794760" y="4617471"/>
            <a:ext cx="1594104" cy="240124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FFCFF"/>
          </a:solidFill>
          <a:ln w="3175">
            <a:solidFill>
              <a:srgbClr val="324D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진행현황</a:t>
            </a:r>
          </a:p>
        </p:txBody>
      </p:sp>
      <p:sp>
        <p:nvSpPr>
          <p:cNvPr id="21" name="사각형: 둥근 위쪽 모서리 20">
            <a:extLst>
              <a:ext uri="{FF2B5EF4-FFF2-40B4-BE49-F238E27FC236}">
                <a16:creationId xmlns:a16="http://schemas.microsoft.com/office/drawing/2014/main" id="{98BBE307-4E41-4D60-A0BD-5254F20B09C4}"/>
              </a:ext>
            </a:extLst>
          </p:cNvPr>
          <p:cNvSpPr/>
          <p:nvPr/>
        </p:nvSpPr>
        <p:spPr>
          <a:xfrm>
            <a:off x="5480304" y="3326036"/>
            <a:ext cx="1594104" cy="346095"/>
          </a:xfrm>
          <a:prstGeom prst="round2SameRect">
            <a:avLst>
              <a:gd name="adj1" fmla="val 13144"/>
              <a:gd name="adj2" fmla="val 0"/>
            </a:avLst>
          </a:prstGeom>
          <a:solidFill>
            <a:srgbClr val="4A77DA"/>
          </a:solidFill>
          <a:ln w="3175">
            <a:solidFill>
              <a:srgbClr val="324D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n w="3175">
                  <a:noFill/>
                </a:ln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진행현황</a:t>
            </a:r>
          </a:p>
        </p:txBody>
      </p:sp>
      <p:sp>
        <p:nvSpPr>
          <p:cNvPr id="22" name="사각형: 둥근 위쪽 모서리 21">
            <a:extLst>
              <a:ext uri="{FF2B5EF4-FFF2-40B4-BE49-F238E27FC236}">
                <a16:creationId xmlns:a16="http://schemas.microsoft.com/office/drawing/2014/main" id="{B74FE22D-48D7-4AD2-B4FF-9E4B2C1D3C91}"/>
              </a:ext>
            </a:extLst>
          </p:cNvPr>
          <p:cNvSpPr/>
          <p:nvPr/>
        </p:nvSpPr>
        <p:spPr>
          <a:xfrm>
            <a:off x="5480304" y="3728373"/>
            <a:ext cx="1594104" cy="240124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FFCFF"/>
          </a:solidFill>
          <a:ln w="3175">
            <a:solidFill>
              <a:srgbClr val="324D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진행현황</a:t>
            </a:r>
          </a:p>
        </p:txBody>
      </p:sp>
      <p:sp>
        <p:nvSpPr>
          <p:cNvPr id="23" name="사각형: 둥근 위쪽 모서리 22">
            <a:extLst>
              <a:ext uri="{FF2B5EF4-FFF2-40B4-BE49-F238E27FC236}">
                <a16:creationId xmlns:a16="http://schemas.microsoft.com/office/drawing/2014/main" id="{B56AFD94-E5C9-4B40-BBC5-60CABD17F8BF}"/>
              </a:ext>
            </a:extLst>
          </p:cNvPr>
          <p:cNvSpPr/>
          <p:nvPr/>
        </p:nvSpPr>
        <p:spPr>
          <a:xfrm>
            <a:off x="5480304" y="4024739"/>
            <a:ext cx="1594104" cy="240124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FFCFF"/>
          </a:solidFill>
          <a:ln w="3175">
            <a:solidFill>
              <a:srgbClr val="324D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진행현황</a:t>
            </a:r>
          </a:p>
        </p:txBody>
      </p:sp>
      <p:sp>
        <p:nvSpPr>
          <p:cNvPr id="24" name="사각형: 둥근 위쪽 모서리 23">
            <a:extLst>
              <a:ext uri="{FF2B5EF4-FFF2-40B4-BE49-F238E27FC236}">
                <a16:creationId xmlns:a16="http://schemas.microsoft.com/office/drawing/2014/main" id="{972F565F-6146-4736-8E94-317136EDA799}"/>
              </a:ext>
            </a:extLst>
          </p:cNvPr>
          <p:cNvSpPr/>
          <p:nvPr/>
        </p:nvSpPr>
        <p:spPr>
          <a:xfrm>
            <a:off x="5480304" y="4321105"/>
            <a:ext cx="1594104" cy="240124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FFCFF"/>
          </a:solidFill>
          <a:ln w="3175">
            <a:solidFill>
              <a:srgbClr val="324D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진행현황</a:t>
            </a:r>
          </a:p>
        </p:txBody>
      </p:sp>
      <p:sp>
        <p:nvSpPr>
          <p:cNvPr id="25" name="사각형: 둥근 위쪽 모서리 24">
            <a:extLst>
              <a:ext uri="{FF2B5EF4-FFF2-40B4-BE49-F238E27FC236}">
                <a16:creationId xmlns:a16="http://schemas.microsoft.com/office/drawing/2014/main" id="{7BE14584-EA0B-460D-9B27-2D4AD269E323}"/>
              </a:ext>
            </a:extLst>
          </p:cNvPr>
          <p:cNvSpPr/>
          <p:nvPr/>
        </p:nvSpPr>
        <p:spPr>
          <a:xfrm>
            <a:off x="5480304" y="4617471"/>
            <a:ext cx="1594104" cy="240124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FFCFF"/>
          </a:solidFill>
          <a:ln w="3175">
            <a:solidFill>
              <a:srgbClr val="324D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진행현황</a:t>
            </a:r>
          </a:p>
        </p:txBody>
      </p:sp>
      <p:sp>
        <p:nvSpPr>
          <p:cNvPr id="26" name="사각형: 둥근 위쪽 모서리 25">
            <a:extLst>
              <a:ext uri="{FF2B5EF4-FFF2-40B4-BE49-F238E27FC236}">
                <a16:creationId xmlns:a16="http://schemas.microsoft.com/office/drawing/2014/main" id="{9BDA7F0E-162F-4689-B594-12AEFB6112EE}"/>
              </a:ext>
            </a:extLst>
          </p:cNvPr>
          <p:cNvSpPr/>
          <p:nvPr/>
        </p:nvSpPr>
        <p:spPr>
          <a:xfrm>
            <a:off x="7165848" y="3326036"/>
            <a:ext cx="1594104" cy="346095"/>
          </a:xfrm>
          <a:prstGeom prst="round2SameRect">
            <a:avLst>
              <a:gd name="adj1" fmla="val 13144"/>
              <a:gd name="adj2" fmla="val 0"/>
            </a:avLst>
          </a:prstGeom>
          <a:solidFill>
            <a:srgbClr val="4A77DA"/>
          </a:solidFill>
          <a:ln w="3175">
            <a:solidFill>
              <a:srgbClr val="324D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n w="3175">
                  <a:noFill/>
                </a:ln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진행현황</a:t>
            </a:r>
          </a:p>
        </p:txBody>
      </p:sp>
      <p:sp>
        <p:nvSpPr>
          <p:cNvPr id="27" name="사각형: 둥근 위쪽 모서리 26">
            <a:extLst>
              <a:ext uri="{FF2B5EF4-FFF2-40B4-BE49-F238E27FC236}">
                <a16:creationId xmlns:a16="http://schemas.microsoft.com/office/drawing/2014/main" id="{A423E79F-5B17-465B-AB2F-6A61541394CF}"/>
              </a:ext>
            </a:extLst>
          </p:cNvPr>
          <p:cNvSpPr/>
          <p:nvPr/>
        </p:nvSpPr>
        <p:spPr>
          <a:xfrm>
            <a:off x="7165848" y="3728373"/>
            <a:ext cx="1594104" cy="240124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FFCFF"/>
          </a:solidFill>
          <a:ln w="3175">
            <a:solidFill>
              <a:srgbClr val="324D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진행현황</a:t>
            </a:r>
          </a:p>
        </p:txBody>
      </p:sp>
      <p:sp>
        <p:nvSpPr>
          <p:cNvPr id="28" name="사각형: 둥근 위쪽 모서리 27">
            <a:extLst>
              <a:ext uri="{FF2B5EF4-FFF2-40B4-BE49-F238E27FC236}">
                <a16:creationId xmlns:a16="http://schemas.microsoft.com/office/drawing/2014/main" id="{7D1F461B-214E-41CC-B154-841E7BC286E3}"/>
              </a:ext>
            </a:extLst>
          </p:cNvPr>
          <p:cNvSpPr/>
          <p:nvPr/>
        </p:nvSpPr>
        <p:spPr>
          <a:xfrm>
            <a:off x="7165848" y="4024739"/>
            <a:ext cx="1594104" cy="240124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FFCFF"/>
          </a:solidFill>
          <a:ln w="3175">
            <a:solidFill>
              <a:srgbClr val="324D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진행현황</a:t>
            </a:r>
          </a:p>
        </p:txBody>
      </p:sp>
      <p:sp>
        <p:nvSpPr>
          <p:cNvPr id="29" name="사각형: 둥근 위쪽 모서리 28">
            <a:extLst>
              <a:ext uri="{FF2B5EF4-FFF2-40B4-BE49-F238E27FC236}">
                <a16:creationId xmlns:a16="http://schemas.microsoft.com/office/drawing/2014/main" id="{A6B72A50-6C97-46EB-AF1D-0CEC925A13B5}"/>
              </a:ext>
            </a:extLst>
          </p:cNvPr>
          <p:cNvSpPr/>
          <p:nvPr/>
        </p:nvSpPr>
        <p:spPr>
          <a:xfrm>
            <a:off x="7165848" y="4321105"/>
            <a:ext cx="1594104" cy="240124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FFCFF"/>
          </a:solidFill>
          <a:ln w="3175">
            <a:solidFill>
              <a:srgbClr val="324D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진행현황</a:t>
            </a:r>
          </a:p>
        </p:txBody>
      </p:sp>
      <p:sp>
        <p:nvSpPr>
          <p:cNvPr id="30" name="사각형: 둥근 위쪽 모서리 29">
            <a:extLst>
              <a:ext uri="{FF2B5EF4-FFF2-40B4-BE49-F238E27FC236}">
                <a16:creationId xmlns:a16="http://schemas.microsoft.com/office/drawing/2014/main" id="{5907B2BD-E9D3-40DC-AA93-DA3EC6FEA375}"/>
              </a:ext>
            </a:extLst>
          </p:cNvPr>
          <p:cNvSpPr/>
          <p:nvPr/>
        </p:nvSpPr>
        <p:spPr>
          <a:xfrm>
            <a:off x="7165848" y="4617471"/>
            <a:ext cx="1594104" cy="240124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FFCFF"/>
          </a:solidFill>
          <a:ln w="3175">
            <a:solidFill>
              <a:srgbClr val="324D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진행현황</a:t>
            </a:r>
          </a:p>
        </p:txBody>
      </p:sp>
      <p:sp>
        <p:nvSpPr>
          <p:cNvPr id="31" name="사각형: 둥근 위쪽 모서리 30">
            <a:extLst>
              <a:ext uri="{FF2B5EF4-FFF2-40B4-BE49-F238E27FC236}">
                <a16:creationId xmlns:a16="http://schemas.microsoft.com/office/drawing/2014/main" id="{6EFBD9A4-F5D4-4033-B506-6C36D5EF3A2A}"/>
              </a:ext>
            </a:extLst>
          </p:cNvPr>
          <p:cNvSpPr/>
          <p:nvPr/>
        </p:nvSpPr>
        <p:spPr>
          <a:xfrm>
            <a:off x="8851392" y="3326036"/>
            <a:ext cx="1594104" cy="346095"/>
          </a:xfrm>
          <a:prstGeom prst="round2SameRect">
            <a:avLst>
              <a:gd name="adj1" fmla="val 13144"/>
              <a:gd name="adj2" fmla="val 0"/>
            </a:avLst>
          </a:prstGeom>
          <a:solidFill>
            <a:srgbClr val="4A77DA"/>
          </a:solidFill>
          <a:ln w="3175">
            <a:solidFill>
              <a:srgbClr val="324D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n w="3175">
                  <a:noFill/>
                </a:ln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진행현황</a:t>
            </a:r>
          </a:p>
        </p:txBody>
      </p:sp>
      <p:sp>
        <p:nvSpPr>
          <p:cNvPr id="32" name="사각형: 둥근 위쪽 모서리 31">
            <a:extLst>
              <a:ext uri="{FF2B5EF4-FFF2-40B4-BE49-F238E27FC236}">
                <a16:creationId xmlns:a16="http://schemas.microsoft.com/office/drawing/2014/main" id="{83FA25BC-8348-4995-A7C0-9A3C73B55E24}"/>
              </a:ext>
            </a:extLst>
          </p:cNvPr>
          <p:cNvSpPr/>
          <p:nvPr/>
        </p:nvSpPr>
        <p:spPr>
          <a:xfrm>
            <a:off x="8851392" y="3728373"/>
            <a:ext cx="1594104" cy="240124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FFCFF"/>
          </a:solidFill>
          <a:ln w="3175">
            <a:solidFill>
              <a:srgbClr val="324D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진행현황</a:t>
            </a:r>
          </a:p>
        </p:txBody>
      </p:sp>
      <p:sp>
        <p:nvSpPr>
          <p:cNvPr id="33" name="사각형: 둥근 위쪽 모서리 32">
            <a:extLst>
              <a:ext uri="{FF2B5EF4-FFF2-40B4-BE49-F238E27FC236}">
                <a16:creationId xmlns:a16="http://schemas.microsoft.com/office/drawing/2014/main" id="{4AB04AFE-22C3-468C-8520-307D68B7C033}"/>
              </a:ext>
            </a:extLst>
          </p:cNvPr>
          <p:cNvSpPr/>
          <p:nvPr/>
        </p:nvSpPr>
        <p:spPr>
          <a:xfrm>
            <a:off x="8851392" y="4024739"/>
            <a:ext cx="1594104" cy="240124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FFCFF"/>
          </a:solidFill>
          <a:ln w="3175">
            <a:solidFill>
              <a:srgbClr val="324D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진행현황</a:t>
            </a:r>
          </a:p>
        </p:txBody>
      </p:sp>
      <p:sp>
        <p:nvSpPr>
          <p:cNvPr id="34" name="사각형: 둥근 위쪽 모서리 33">
            <a:extLst>
              <a:ext uri="{FF2B5EF4-FFF2-40B4-BE49-F238E27FC236}">
                <a16:creationId xmlns:a16="http://schemas.microsoft.com/office/drawing/2014/main" id="{41EE2D4F-0AEC-4E10-9519-D4386C7DAF54}"/>
              </a:ext>
            </a:extLst>
          </p:cNvPr>
          <p:cNvSpPr/>
          <p:nvPr/>
        </p:nvSpPr>
        <p:spPr>
          <a:xfrm>
            <a:off x="8851392" y="4321105"/>
            <a:ext cx="1594104" cy="240124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FFCFF"/>
          </a:solidFill>
          <a:ln w="3175">
            <a:solidFill>
              <a:srgbClr val="324D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진행현황</a:t>
            </a:r>
          </a:p>
        </p:txBody>
      </p:sp>
      <p:sp>
        <p:nvSpPr>
          <p:cNvPr id="35" name="사각형: 둥근 위쪽 모서리 34">
            <a:extLst>
              <a:ext uri="{FF2B5EF4-FFF2-40B4-BE49-F238E27FC236}">
                <a16:creationId xmlns:a16="http://schemas.microsoft.com/office/drawing/2014/main" id="{1C98E88D-CFDB-4FE0-B143-22A0674086BC}"/>
              </a:ext>
            </a:extLst>
          </p:cNvPr>
          <p:cNvSpPr/>
          <p:nvPr/>
        </p:nvSpPr>
        <p:spPr>
          <a:xfrm>
            <a:off x="8851392" y="4617471"/>
            <a:ext cx="1594104" cy="240124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FFCFF"/>
          </a:solidFill>
          <a:ln w="3175">
            <a:solidFill>
              <a:srgbClr val="324D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진행현황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95EAB78-54EC-42EB-B010-7C25D3CC8D29}"/>
              </a:ext>
            </a:extLst>
          </p:cNvPr>
          <p:cNvSpPr/>
          <p:nvPr/>
        </p:nvSpPr>
        <p:spPr>
          <a:xfrm>
            <a:off x="981456" y="5088667"/>
            <a:ext cx="1036320" cy="307786"/>
          </a:xfrm>
          <a:prstGeom prst="rect">
            <a:avLst/>
          </a:prstGeom>
          <a:solidFill>
            <a:srgbClr val="5B6B9F"/>
          </a:solidFill>
          <a:ln w="3175">
            <a:solidFill>
              <a:srgbClr val="324D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추진체계</a:t>
            </a:r>
          </a:p>
        </p:txBody>
      </p:sp>
      <p:sp>
        <p:nvSpPr>
          <p:cNvPr id="37" name="사각형: 둥근 위쪽 모서리 36">
            <a:extLst>
              <a:ext uri="{FF2B5EF4-FFF2-40B4-BE49-F238E27FC236}">
                <a16:creationId xmlns:a16="http://schemas.microsoft.com/office/drawing/2014/main" id="{117BEC01-EE99-48EE-B113-8E55E5F8DCE4}"/>
              </a:ext>
            </a:extLst>
          </p:cNvPr>
          <p:cNvSpPr/>
          <p:nvPr/>
        </p:nvSpPr>
        <p:spPr>
          <a:xfrm>
            <a:off x="2109216" y="5088667"/>
            <a:ext cx="8336280" cy="30778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F7F9FF"/>
          </a:solidFill>
          <a:ln w="3175">
            <a:solidFill>
              <a:srgbClr val="A5B1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423F5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진행현황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5954DE8-A677-4940-A0FC-88D61D8E623C}"/>
              </a:ext>
            </a:extLst>
          </p:cNvPr>
          <p:cNvSpPr/>
          <p:nvPr/>
        </p:nvSpPr>
        <p:spPr>
          <a:xfrm>
            <a:off x="1411604" y="2686512"/>
            <a:ext cx="1093851" cy="240125"/>
          </a:xfrm>
          <a:prstGeom prst="rect">
            <a:avLst/>
          </a:prstGeom>
          <a:solidFill>
            <a:srgbClr val="708BC2"/>
          </a:solidFill>
          <a:ln w="3175">
            <a:solidFill>
              <a:srgbClr val="2F52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Azure</a:t>
            </a:r>
            <a:endParaRPr lang="ko-KR" altLang="en-US" sz="1100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852D6C4-11C4-4230-8F0F-DB6BA7E968B5}"/>
              </a:ext>
            </a:extLst>
          </p:cNvPr>
          <p:cNvSpPr/>
          <p:nvPr/>
        </p:nvSpPr>
        <p:spPr>
          <a:xfrm>
            <a:off x="2578989" y="2686512"/>
            <a:ext cx="6369939" cy="240125"/>
          </a:xfrm>
          <a:prstGeom prst="rect">
            <a:avLst/>
          </a:prstGeom>
          <a:solidFill>
            <a:srgbClr val="DBE4E9"/>
          </a:solidFill>
          <a:ln w="3175">
            <a:solidFill>
              <a:srgbClr val="7CA0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Azure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062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8558344-51BA-46AE-BB33-E897D8077860}"/>
              </a:ext>
            </a:extLst>
          </p:cNvPr>
          <p:cNvSpPr/>
          <p:nvPr/>
        </p:nvSpPr>
        <p:spPr>
          <a:xfrm>
            <a:off x="1115568" y="1615440"/>
            <a:ext cx="1328928" cy="341376"/>
          </a:xfrm>
          <a:prstGeom prst="rect">
            <a:avLst/>
          </a:prstGeom>
          <a:solidFill>
            <a:srgbClr val="325DD6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비전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405B0FD-3CE7-4B33-8B0B-63FF99E4E908}"/>
              </a:ext>
            </a:extLst>
          </p:cNvPr>
          <p:cNvSpPr/>
          <p:nvPr/>
        </p:nvSpPr>
        <p:spPr>
          <a:xfrm>
            <a:off x="981456" y="3326036"/>
            <a:ext cx="1036320" cy="1298511"/>
          </a:xfrm>
          <a:prstGeom prst="rect">
            <a:avLst/>
          </a:prstGeom>
          <a:solidFill>
            <a:srgbClr val="4A77DA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17FD2E1-4276-42D3-A50F-ADFEF63D7039}"/>
              </a:ext>
            </a:extLst>
          </p:cNvPr>
          <p:cNvSpPr/>
          <p:nvPr/>
        </p:nvSpPr>
        <p:spPr>
          <a:xfrm>
            <a:off x="1115568" y="2048891"/>
            <a:ext cx="1328928" cy="293496"/>
          </a:xfrm>
          <a:prstGeom prst="rect">
            <a:avLst/>
          </a:prstGeom>
          <a:solidFill>
            <a:srgbClr val="678CCF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Azure</a:t>
            </a:r>
            <a:endParaRPr lang="ko-KR" altLang="en-US" sz="11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D27B92D-7714-4ED0-A394-303B333705CC}"/>
              </a:ext>
            </a:extLst>
          </p:cNvPr>
          <p:cNvSpPr/>
          <p:nvPr/>
        </p:nvSpPr>
        <p:spPr>
          <a:xfrm>
            <a:off x="2444496" y="1615440"/>
            <a:ext cx="7906512" cy="341376"/>
          </a:xfrm>
          <a:prstGeom prst="rect">
            <a:avLst/>
          </a:prstGeom>
          <a:ln>
            <a:solidFill>
              <a:srgbClr val="325DD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비전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0F895F6-3D04-4A29-BB08-5FE59F7B4EB7}"/>
              </a:ext>
            </a:extLst>
          </p:cNvPr>
          <p:cNvSpPr/>
          <p:nvPr/>
        </p:nvSpPr>
        <p:spPr>
          <a:xfrm>
            <a:off x="2444496" y="2048891"/>
            <a:ext cx="7906512" cy="293496"/>
          </a:xfrm>
          <a:prstGeom prst="rect">
            <a:avLst/>
          </a:prstGeom>
          <a:solidFill>
            <a:schemeClr val="bg1"/>
          </a:solidFill>
          <a:ln w="6350">
            <a:solidFill>
              <a:srgbClr val="678C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 x band Teck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기반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Spring Framework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환경 기술 개발</a:t>
            </a:r>
          </a:p>
        </p:txBody>
      </p:sp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A305BFDE-0913-4B4C-9BE1-DEEE4A0FCDAD}"/>
              </a:ext>
            </a:extLst>
          </p:cNvPr>
          <p:cNvSpPr/>
          <p:nvPr/>
        </p:nvSpPr>
        <p:spPr>
          <a:xfrm>
            <a:off x="2444496" y="3326036"/>
            <a:ext cx="1594104" cy="346095"/>
          </a:xfrm>
          <a:prstGeom prst="round2SameRect">
            <a:avLst/>
          </a:prstGeom>
          <a:solidFill>
            <a:srgbClr val="4A77DA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0340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8558344-51BA-46AE-BB33-E897D8077860}"/>
              </a:ext>
            </a:extLst>
          </p:cNvPr>
          <p:cNvSpPr/>
          <p:nvPr/>
        </p:nvSpPr>
        <p:spPr>
          <a:xfrm>
            <a:off x="1115568" y="1615440"/>
            <a:ext cx="1328928" cy="341376"/>
          </a:xfrm>
          <a:prstGeom prst="rect">
            <a:avLst/>
          </a:prstGeom>
          <a:solidFill>
            <a:srgbClr val="4A77DA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비전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405B0FD-3CE7-4B33-8B0B-63FF99E4E908}"/>
              </a:ext>
            </a:extLst>
          </p:cNvPr>
          <p:cNvSpPr/>
          <p:nvPr/>
        </p:nvSpPr>
        <p:spPr>
          <a:xfrm>
            <a:off x="981456" y="3326036"/>
            <a:ext cx="1036320" cy="1298511"/>
          </a:xfrm>
          <a:prstGeom prst="rect">
            <a:avLst/>
          </a:prstGeom>
          <a:solidFill>
            <a:srgbClr val="4A77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17FD2E1-4276-42D3-A50F-ADFEF63D7039}"/>
              </a:ext>
            </a:extLst>
          </p:cNvPr>
          <p:cNvSpPr/>
          <p:nvPr/>
        </p:nvSpPr>
        <p:spPr>
          <a:xfrm>
            <a:off x="1115568" y="2048891"/>
            <a:ext cx="1328928" cy="293496"/>
          </a:xfrm>
          <a:prstGeom prst="rect">
            <a:avLst/>
          </a:prstGeom>
          <a:solidFill>
            <a:srgbClr val="5774B5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Azure</a:t>
            </a:r>
            <a:endParaRPr lang="ko-KR" altLang="en-US" sz="11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D27B92D-7714-4ED0-A394-303B333705CC}"/>
              </a:ext>
            </a:extLst>
          </p:cNvPr>
          <p:cNvSpPr/>
          <p:nvPr/>
        </p:nvSpPr>
        <p:spPr>
          <a:xfrm>
            <a:off x="2444496" y="1615440"/>
            <a:ext cx="7906512" cy="341376"/>
          </a:xfrm>
          <a:prstGeom prst="rect">
            <a:avLst/>
          </a:prstGeom>
          <a:ln>
            <a:solidFill>
              <a:srgbClr val="325DD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비전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0F895F6-3D04-4A29-BB08-5FE59F7B4EB7}"/>
              </a:ext>
            </a:extLst>
          </p:cNvPr>
          <p:cNvSpPr/>
          <p:nvPr/>
        </p:nvSpPr>
        <p:spPr>
          <a:xfrm>
            <a:off x="2444496" y="2048891"/>
            <a:ext cx="7906512" cy="293496"/>
          </a:xfrm>
          <a:prstGeom prst="rect">
            <a:avLst/>
          </a:prstGeom>
          <a:solidFill>
            <a:schemeClr val="bg1"/>
          </a:solidFill>
          <a:ln w="6350">
            <a:solidFill>
              <a:srgbClr val="678C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 x band Teck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기반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Spring Framework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환경 기술 개발</a:t>
            </a:r>
          </a:p>
        </p:txBody>
      </p:sp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A305BFDE-0913-4B4C-9BE1-DEEE4A0FCDAD}"/>
              </a:ext>
            </a:extLst>
          </p:cNvPr>
          <p:cNvSpPr/>
          <p:nvPr/>
        </p:nvSpPr>
        <p:spPr>
          <a:xfrm>
            <a:off x="2444496" y="3326036"/>
            <a:ext cx="1594104" cy="346095"/>
          </a:xfrm>
          <a:prstGeom prst="round2SameRect">
            <a:avLst/>
          </a:prstGeom>
          <a:solidFill>
            <a:srgbClr val="4A77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8536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77</Words>
  <Application>Microsoft Office PowerPoint</Application>
  <PresentationFormat>와이드스크린</PresentationFormat>
  <Paragraphs>46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4" baseType="lpstr">
      <vt:lpstr>KoPub돋움체 Medium</vt:lpstr>
      <vt:lpstr>나눔바른고딕</vt:lpstr>
      <vt:lpstr>나눔스퀘어OTF</vt:lpstr>
      <vt:lpstr>맑은 고딕</vt:lpstr>
      <vt:lpstr>서울남산 장체 B</vt:lpstr>
      <vt:lpstr>휴먼둥근헤드라인</vt:lpstr>
      <vt:lpstr>휴먼모음T</vt:lpstr>
      <vt:lpstr>Arial</vt:lpstr>
      <vt:lpstr>Helvetica 65 Medium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Jaehoon Jang</dc:creator>
  <cp:lastModifiedBy>Jaehoon Jang</cp:lastModifiedBy>
  <cp:revision>1</cp:revision>
  <dcterms:created xsi:type="dcterms:W3CDTF">2021-10-25T05:13:42Z</dcterms:created>
  <dcterms:modified xsi:type="dcterms:W3CDTF">2025-03-20T01:10:17Z</dcterms:modified>
</cp:coreProperties>
</file>